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3"/>
  </p:notesMasterIdLst>
  <p:sldIdLst>
    <p:sldId id="256" r:id="rId2"/>
  </p:sldIdLst>
  <p:sldSz cx="32404050" cy="432054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3608" userDrawn="1">
          <p15:clr>
            <a:srgbClr val="A4A3A4"/>
          </p15:clr>
        </p15:guide>
        <p15:guide id="2" pos="1020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7" d="100"/>
          <a:sy n="17" d="100"/>
        </p:scale>
        <p:origin x="3096" y="180"/>
      </p:cViewPr>
      <p:guideLst>
        <p:guide orient="horz" pos="13608"/>
        <p:guide pos="1020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2271713" y="1143000"/>
            <a:ext cx="23145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pt-BR"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‹nº›</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a:spLocks noGrp="1" noRot="1" noChangeAspect="1"/>
          </p:cNvSpPr>
          <p:nvPr>
            <p:ph type="sldImg" idx="2"/>
          </p:nvPr>
        </p:nvSpPr>
        <p:spPr>
          <a:xfrm>
            <a:off x="2271713" y="1143000"/>
            <a:ext cx="23145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 name="Google Shape;8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3" name="Google Shape;83;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pt-BR" sz="1200">
                <a:solidFill>
                  <a:schemeClr val="dk1"/>
                </a:solidFill>
                <a:latin typeface="Calibri" panose="020F0502020204030204"/>
                <a:ea typeface="Calibri" panose="020F0502020204030204"/>
                <a:cs typeface="Calibri" panose="020F0502020204030204"/>
                <a:sym typeface="Calibri" panose="020F0502020204030204"/>
              </a:rPr>
              <a:t>1</a:t>
            </a:fld>
            <a:endParaRPr sz="120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de título">
  <p:cSld name="Slide de título">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srcRect/>
          <a:stretch>
            <a:fillRect/>
          </a:stretch>
        </p:blipFill>
        <p:spPr>
          <a:xfrm>
            <a:off x="9" y="39089788"/>
            <a:ext cx="32404031" cy="411531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e conteúdo"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1620203" y="1730219"/>
            <a:ext cx="29163646" cy="7200900"/>
          </a:xfrm>
          <a:prstGeom prst="rect">
            <a:avLst/>
          </a:prstGeom>
          <a:noFill/>
          <a:ln>
            <a:noFill/>
          </a:ln>
        </p:spPr>
        <p:txBody>
          <a:bodyPr spcFirstLastPara="1" wrap="square" lIns="432050" tIns="216025" rIns="432050" bIns="216025" anchor="ctr" anchorCtr="0"/>
          <a:lstStyle>
            <a:lvl1pPr marR="0" lvl="0" algn="ctr" rtl="0">
              <a:spcBef>
                <a:spcPts val="0"/>
              </a:spcBef>
              <a:spcAft>
                <a:spcPts val="0"/>
              </a:spcAft>
              <a:buClr>
                <a:schemeClr val="dk1"/>
              </a:buClr>
              <a:buSzPts val="20800"/>
              <a:buFont typeface="Calibri" panose="020F0502020204030204"/>
              <a:buNone/>
              <a:defRPr sz="20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9" name="Google Shape;19;p3"/>
          <p:cNvSpPr txBox="1">
            <a:spLocks noGrp="1"/>
          </p:cNvSpPr>
          <p:nvPr>
            <p:ph type="body" idx="1"/>
          </p:nvPr>
        </p:nvSpPr>
        <p:spPr>
          <a:xfrm>
            <a:off x="1620203" y="10081263"/>
            <a:ext cx="29163646" cy="28513567"/>
          </a:xfrm>
          <a:prstGeom prst="rect">
            <a:avLst/>
          </a:prstGeom>
          <a:noFill/>
          <a:ln>
            <a:noFill/>
          </a:ln>
        </p:spPr>
        <p:txBody>
          <a:bodyPr spcFirstLastPara="1" wrap="square" lIns="432050" tIns="216025" rIns="432050" bIns="216025" anchor="t" anchorCtr="0"/>
          <a:lstStyle>
            <a:lvl1pPr marL="457200" marR="0" lvl="0" indent="-1187450" algn="l" rtl="0">
              <a:spcBef>
                <a:spcPts val="3020"/>
              </a:spcBef>
              <a:spcAft>
                <a:spcPts val="0"/>
              </a:spcAft>
              <a:buClr>
                <a:schemeClr val="dk1"/>
              </a:buClr>
              <a:buSzPts val="15100"/>
              <a:buFont typeface="Arial" panose="020B0604020202020204"/>
              <a:buChar char="•"/>
              <a:defRPr sz="151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1066800" algn="l" rtl="0">
              <a:spcBef>
                <a:spcPts val="2640"/>
              </a:spcBef>
              <a:spcAft>
                <a:spcPts val="0"/>
              </a:spcAft>
              <a:buClr>
                <a:schemeClr val="dk1"/>
              </a:buClr>
              <a:buSzPts val="13200"/>
              <a:buFont typeface="Arial" panose="020B0604020202020204"/>
              <a:buChar char="–"/>
              <a:defRPr sz="1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946150" algn="l" rtl="0">
              <a:spcBef>
                <a:spcPts val="2260"/>
              </a:spcBef>
              <a:spcAft>
                <a:spcPts val="0"/>
              </a:spcAft>
              <a:buClr>
                <a:schemeClr val="dk1"/>
              </a:buClr>
              <a:buSzPts val="11300"/>
              <a:buFont typeface="Arial" panose="020B0604020202020204"/>
              <a:buChar char="•"/>
              <a:defRPr sz="11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831850" algn="l" rtl="0">
              <a:spcBef>
                <a:spcPts val="1900"/>
              </a:spcBef>
              <a:spcAft>
                <a:spcPts val="0"/>
              </a:spcAft>
              <a:buClr>
                <a:schemeClr val="dk1"/>
              </a:buClr>
              <a:buSzPts val="9500"/>
              <a:buFont typeface="Arial" panose="020B0604020202020204"/>
              <a:buChar char="–"/>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831850" algn="l" rtl="0">
              <a:spcBef>
                <a:spcPts val="1900"/>
              </a:spcBef>
              <a:spcAft>
                <a:spcPts val="0"/>
              </a:spcAft>
              <a:buClr>
                <a:schemeClr val="dk1"/>
              </a:buClr>
              <a:buSzPts val="9500"/>
              <a:buFont typeface="Arial" panose="020B0604020202020204"/>
              <a:buChar char="»"/>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831850" algn="l" rtl="0">
              <a:spcBef>
                <a:spcPts val="1900"/>
              </a:spcBef>
              <a:spcAft>
                <a:spcPts val="0"/>
              </a:spcAft>
              <a:buClr>
                <a:schemeClr val="dk1"/>
              </a:buClr>
              <a:buSzPts val="9500"/>
              <a:buFont typeface="Arial" panose="020B0604020202020204"/>
              <a:buChar char="•"/>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831850" algn="l" rtl="0">
              <a:spcBef>
                <a:spcPts val="1900"/>
              </a:spcBef>
              <a:spcAft>
                <a:spcPts val="0"/>
              </a:spcAft>
              <a:buClr>
                <a:schemeClr val="dk1"/>
              </a:buClr>
              <a:buSzPts val="9500"/>
              <a:buFont typeface="Arial" panose="020B0604020202020204"/>
              <a:buChar char="•"/>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831850" algn="l" rtl="0">
              <a:spcBef>
                <a:spcPts val="1900"/>
              </a:spcBef>
              <a:spcAft>
                <a:spcPts val="0"/>
              </a:spcAft>
              <a:buClr>
                <a:schemeClr val="dk1"/>
              </a:buClr>
              <a:buSzPts val="9500"/>
              <a:buFont typeface="Arial" panose="020B0604020202020204"/>
              <a:buChar char="•"/>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831850" algn="l" rtl="0">
              <a:spcBef>
                <a:spcPts val="1900"/>
              </a:spcBef>
              <a:spcAft>
                <a:spcPts val="0"/>
              </a:spcAft>
              <a:buClr>
                <a:schemeClr val="dk1"/>
              </a:buClr>
              <a:buSzPts val="9500"/>
              <a:buFont typeface="Arial" panose="020B0604020202020204"/>
              <a:buChar char="•"/>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20" name="Google Shape;20;p3"/>
          <p:cNvSpPr txBox="1">
            <a:spLocks noGrp="1"/>
          </p:cNvSpPr>
          <p:nvPr>
            <p:ph type="dt" idx="10"/>
          </p:nvPr>
        </p:nvSpPr>
        <p:spPr>
          <a:xfrm>
            <a:off x="1620203" y="40045009"/>
            <a:ext cx="7560945" cy="2300288"/>
          </a:xfrm>
          <a:prstGeom prst="rect">
            <a:avLst/>
          </a:prstGeom>
          <a:noFill/>
          <a:ln>
            <a:noFill/>
          </a:ln>
        </p:spPr>
        <p:txBody>
          <a:bodyPr spcFirstLastPara="1" wrap="square" lIns="432050" tIns="216025" rIns="432050" bIns="216025" anchor="ctr" anchorCtr="0"/>
          <a:lstStyle>
            <a:lvl1pPr marR="0" lvl="0" algn="l" rtl="0">
              <a:spcBef>
                <a:spcPts val="0"/>
              </a:spcBef>
              <a:spcAft>
                <a:spcPts val="0"/>
              </a:spcAft>
              <a:buSzPts val="1400"/>
              <a:buNone/>
              <a:defRPr sz="5700">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21" name="Google Shape;21;p3"/>
          <p:cNvSpPr txBox="1">
            <a:spLocks noGrp="1"/>
          </p:cNvSpPr>
          <p:nvPr>
            <p:ph type="ftr" idx="11"/>
          </p:nvPr>
        </p:nvSpPr>
        <p:spPr>
          <a:xfrm>
            <a:off x="11071384" y="40045009"/>
            <a:ext cx="10261283" cy="2300288"/>
          </a:xfrm>
          <a:prstGeom prst="rect">
            <a:avLst/>
          </a:prstGeom>
          <a:noFill/>
          <a:ln>
            <a:noFill/>
          </a:ln>
        </p:spPr>
        <p:txBody>
          <a:bodyPr spcFirstLastPara="1" wrap="square" lIns="432050" tIns="216025" rIns="432050" bIns="216025" anchor="ctr" anchorCtr="0"/>
          <a:lstStyle>
            <a:lvl1pPr marR="0" lvl="0" algn="ctr" rtl="0">
              <a:spcBef>
                <a:spcPts val="0"/>
              </a:spcBef>
              <a:spcAft>
                <a:spcPts val="0"/>
              </a:spcAft>
              <a:buSzPts val="1400"/>
              <a:buNone/>
              <a:defRPr sz="5700">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22" name="Google Shape;22;p3"/>
          <p:cNvSpPr txBox="1">
            <a:spLocks noGrp="1"/>
          </p:cNvSpPr>
          <p:nvPr>
            <p:ph type="sldNum" idx="12"/>
          </p:nvPr>
        </p:nvSpPr>
        <p:spPr>
          <a:xfrm>
            <a:off x="23222903" y="40045009"/>
            <a:ext cx="7560945" cy="2300288"/>
          </a:xfrm>
          <a:prstGeom prst="rect">
            <a:avLst/>
          </a:prstGeom>
          <a:noFill/>
          <a:ln>
            <a:noFill/>
          </a:ln>
        </p:spPr>
        <p:txBody>
          <a:bodyPr spcFirstLastPara="1" wrap="square" lIns="432050" tIns="216025" rIns="432050" bIns="216025" anchor="ctr" anchorCtr="0">
            <a:noAutofit/>
          </a:bodyPr>
          <a:lstStyle>
            <a:lvl1pPr marL="0" marR="0" lvl="0"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pt-BR"/>
              <a:t>‹nº›</a:t>
            </a:fld>
            <a:endParaRPr lang="pt-B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beçalho da Seção" type="secHead">
  <p:cSld name="SECTION_HEADER">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2559696" y="27763472"/>
            <a:ext cx="27543443" cy="8581073"/>
          </a:xfrm>
          <a:prstGeom prst="rect">
            <a:avLst/>
          </a:prstGeom>
          <a:noFill/>
          <a:ln>
            <a:noFill/>
          </a:ln>
        </p:spPr>
        <p:txBody>
          <a:bodyPr spcFirstLastPara="1" wrap="square" lIns="432050" tIns="216025" rIns="432050" bIns="216025" anchor="t" anchorCtr="0"/>
          <a:lstStyle>
            <a:lvl1pPr marR="0" lvl="0" algn="l" rtl="0">
              <a:spcBef>
                <a:spcPts val="0"/>
              </a:spcBef>
              <a:spcAft>
                <a:spcPts val="0"/>
              </a:spcAft>
              <a:buClr>
                <a:schemeClr val="dk1"/>
              </a:buClr>
              <a:buSzPts val="18900"/>
              <a:buFont typeface="Calibri" panose="020F0502020204030204"/>
              <a:buNone/>
              <a:defRPr sz="189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5" name="Google Shape;25;p4"/>
          <p:cNvSpPr txBox="1">
            <a:spLocks noGrp="1"/>
          </p:cNvSpPr>
          <p:nvPr>
            <p:ph type="body" idx="1"/>
          </p:nvPr>
        </p:nvSpPr>
        <p:spPr>
          <a:xfrm>
            <a:off x="2559696" y="18312295"/>
            <a:ext cx="27543443" cy="9451178"/>
          </a:xfrm>
          <a:prstGeom prst="rect">
            <a:avLst/>
          </a:prstGeom>
          <a:noFill/>
          <a:ln>
            <a:noFill/>
          </a:ln>
        </p:spPr>
        <p:txBody>
          <a:bodyPr spcFirstLastPara="1" wrap="square" lIns="432050" tIns="216025" rIns="432050" bIns="216025" anchor="b" anchorCtr="0"/>
          <a:lstStyle>
            <a:lvl1pPr marL="457200" marR="0" lvl="0" indent="-228600" algn="l" rtl="0">
              <a:spcBef>
                <a:spcPts val="1900"/>
              </a:spcBef>
              <a:spcAft>
                <a:spcPts val="0"/>
              </a:spcAft>
              <a:buClr>
                <a:srgbClr val="888888"/>
              </a:buClr>
              <a:buSzPts val="9500"/>
              <a:buFont typeface="Arial" panose="020B0604020202020204"/>
              <a:buNone/>
              <a:defRPr sz="9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1700"/>
              </a:spcBef>
              <a:spcAft>
                <a:spcPts val="0"/>
              </a:spcAft>
              <a:buClr>
                <a:srgbClr val="888888"/>
              </a:buClr>
              <a:buSzPts val="8500"/>
              <a:buFont typeface="Arial" panose="020B0604020202020204"/>
              <a:buNone/>
              <a:defRPr sz="8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1520"/>
              </a:spcBef>
              <a:spcAft>
                <a:spcPts val="0"/>
              </a:spcAft>
              <a:buClr>
                <a:srgbClr val="888888"/>
              </a:buClr>
              <a:buSzPts val="7600"/>
              <a:buFont typeface="Arial" panose="020B0604020202020204"/>
              <a:buNone/>
              <a:defRPr sz="76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1320"/>
              </a:spcBef>
              <a:spcAft>
                <a:spcPts val="0"/>
              </a:spcAft>
              <a:buClr>
                <a:srgbClr val="888888"/>
              </a:buClr>
              <a:buSzPts val="6600"/>
              <a:buFont typeface="Arial" panose="020B0604020202020204"/>
              <a:buNone/>
              <a:defRPr sz="66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1320"/>
              </a:spcBef>
              <a:spcAft>
                <a:spcPts val="0"/>
              </a:spcAft>
              <a:buClr>
                <a:srgbClr val="888888"/>
              </a:buClr>
              <a:buSzPts val="6600"/>
              <a:buFont typeface="Arial" panose="020B0604020202020204"/>
              <a:buNone/>
              <a:defRPr sz="66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1320"/>
              </a:spcBef>
              <a:spcAft>
                <a:spcPts val="0"/>
              </a:spcAft>
              <a:buClr>
                <a:srgbClr val="888888"/>
              </a:buClr>
              <a:buSzPts val="6600"/>
              <a:buFont typeface="Arial" panose="020B0604020202020204"/>
              <a:buNone/>
              <a:defRPr sz="66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1320"/>
              </a:spcBef>
              <a:spcAft>
                <a:spcPts val="0"/>
              </a:spcAft>
              <a:buClr>
                <a:srgbClr val="888888"/>
              </a:buClr>
              <a:buSzPts val="6600"/>
              <a:buFont typeface="Arial" panose="020B0604020202020204"/>
              <a:buNone/>
              <a:defRPr sz="66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1320"/>
              </a:spcBef>
              <a:spcAft>
                <a:spcPts val="0"/>
              </a:spcAft>
              <a:buClr>
                <a:srgbClr val="888888"/>
              </a:buClr>
              <a:buSzPts val="6600"/>
              <a:buFont typeface="Arial" panose="020B0604020202020204"/>
              <a:buNone/>
              <a:defRPr sz="66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1320"/>
              </a:spcBef>
              <a:spcAft>
                <a:spcPts val="0"/>
              </a:spcAft>
              <a:buClr>
                <a:srgbClr val="888888"/>
              </a:buClr>
              <a:buSzPts val="6600"/>
              <a:buFont typeface="Arial" panose="020B0604020202020204"/>
              <a:buNone/>
              <a:defRPr sz="66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26" name="Google Shape;26;p4"/>
          <p:cNvSpPr txBox="1">
            <a:spLocks noGrp="1"/>
          </p:cNvSpPr>
          <p:nvPr>
            <p:ph type="dt" idx="10"/>
          </p:nvPr>
        </p:nvSpPr>
        <p:spPr>
          <a:xfrm>
            <a:off x="1620203" y="40045009"/>
            <a:ext cx="7560945" cy="2300288"/>
          </a:xfrm>
          <a:prstGeom prst="rect">
            <a:avLst/>
          </a:prstGeom>
          <a:noFill/>
          <a:ln>
            <a:noFill/>
          </a:ln>
        </p:spPr>
        <p:txBody>
          <a:bodyPr spcFirstLastPara="1" wrap="square" lIns="432050" tIns="216025" rIns="432050" bIns="216025" anchor="ctr" anchorCtr="0"/>
          <a:lstStyle>
            <a:lvl1pPr marR="0" lvl="0" algn="l" rtl="0">
              <a:spcBef>
                <a:spcPts val="0"/>
              </a:spcBef>
              <a:spcAft>
                <a:spcPts val="0"/>
              </a:spcAft>
              <a:buSzPts val="1400"/>
              <a:buNone/>
              <a:defRPr sz="5700">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27" name="Google Shape;27;p4"/>
          <p:cNvSpPr txBox="1">
            <a:spLocks noGrp="1"/>
          </p:cNvSpPr>
          <p:nvPr>
            <p:ph type="ftr" idx="11"/>
          </p:nvPr>
        </p:nvSpPr>
        <p:spPr>
          <a:xfrm>
            <a:off x="11071384" y="40045009"/>
            <a:ext cx="10261283" cy="2300288"/>
          </a:xfrm>
          <a:prstGeom prst="rect">
            <a:avLst/>
          </a:prstGeom>
          <a:noFill/>
          <a:ln>
            <a:noFill/>
          </a:ln>
        </p:spPr>
        <p:txBody>
          <a:bodyPr spcFirstLastPara="1" wrap="square" lIns="432050" tIns="216025" rIns="432050" bIns="216025" anchor="ctr" anchorCtr="0"/>
          <a:lstStyle>
            <a:lvl1pPr marR="0" lvl="0" algn="ctr" rtl="0">
              <a:spcBef>
                <a:spcPts val="0"/>
              </a:spcBef>
              <a:spcAft>
                <a:spcPts val="0"/>
              </a:spcAft>
              <a:buSzPts val="1400"/>
              <a:buNone/>
              <a:defRPr sz="5700">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28" name="Google Shape;28;p4"/>
          <p:cNvSpPr txBox="1">
            <a:spLocks noGrp="1"/>
          </p:cNvSpPr>
          <p:nvPr>
            <p:ph type="sldNum" idx="12"/>
          </p:nvPr>
        </p:nvSpPr>
        <p:spPr>
          <a:xfrm>
            <a:off x="23222903" y="40045009"/>
            <a:ext cx="7560945" cy="2300288"/>
          </a:xfrm>
          <a:prstGeom prst="rect">
            <a:avLst/>
          </a:prstGeom>
          <a:noFill/>
          <a:ln>
            <a:noFill/>
          </a:ln>
        </p:spPr>
        <p:txBody>
          <a:bodyPr spcFirstLastPara="1" wrap="square" lIns="432050" tIns="216025" rIns="432050" bIns="216025" anchor="ctr" anchorCtr="0">
            <a:noAutofit/>
          </a:bodyPr>
          <a:lstStyle>
            <a:lvl1pPr marL="0" marR="0" lvl="0"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pt-BR"/>
              <a:t>‹nº›</a:t>
            </a:fld>
            <a:endParaRPr lang="pt-B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uas Partes de Conteúdo" type="twoObj">
  <p:cSld name="TWO_OBJECT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1620203" y="1730219"/>
            <a:ext cx="29163646" cy="7200900"/>
          </a:xfrm>
          <a:prstGeom prst="rect">
            <a:avLst/>
          </a:prstGeom>
          <a:noFill/>
          <a:ln>
            <a:noFill/>
          </a:ln>
        </p:spPr>
        <p:txBody>
          <a:bodyPr spcFirstLastPara="1" wrap="square" lIns="432050" tIns="216025" rIns="432050" bIns="216025" anchor="ctr" anchorCtr="0"/>
          <a:lstStyle>
            <a:lvl1pPr marR="0" lvl="0" algn="ctr" rtl="0">
              <a:spcBef>
                <a:spcPts val="0"/>
              </a:spcBef>
              <a:spcAft>
                <a:spcPts val="0"/>
              </a:spcAft>
              <a:buClr>
                <a:schemeClr val="dk1"/>
              </a:buClr>
              <a:buSzPts val="20800"/>
              <a:buFont typeface="Calibri" panose="020F0502020204030204"/>
              <a:buNone/>
              <a:defRPr sz="20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1" name="Google Shape;31;p5"/>
          <p:cNvSpPr txBox="1">
            <a:spLocks noGrp="1"/>
          </p:cNvSpPr>
          <p:nvPr>
            <p:ph type="body" idx="1"/>
          </p:nvPr>
        </p:nvSpPr>
        <p:spPr>
          <a:xfrm>
            <a:off x="1620202" y="10081263"/>
            <a:ext cx="14311790" cy="28513567"/>
          </a:xfrm>
          <a:prstGeom prst="rect">
            <a:avLst/>
          </a:prstGeom>
          <a:noFill/>
          <a:ln>
            <a:noFill/>
          </a:ln>
        </p:spPr>
        <p:txBody>
          <a:bodyPr spcFirstLastPara="1" wrap="square" lIns="432050" tIns="216025" rIns="432050" bIns="216025" anchor="t" anchorCtr="0"/>
          <a:lstStyle>
            <a:lvl1pPr marL="457200" marR="0" lvl="0" indent="-1066800" algn="l" rtl="0">
              <a:spcBef>
                <a:spcPts val="2640"/>
              </a:spcBef>
              <a:spcAft>
                <a:spcPts val="0"/>
              </a:spcAft>
              <a:buClr>
                <a:schemeClr val="dk1"/>
              </a:buClr>
              <a:buSzPts val="13200"/>
              <a:buFont typeface="Arial" panose="020B0604020202020204"/>
              <a:buChar char="•"/>
              <a:defRPr sz="1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946150" algn="l" rtl="0">
              <a:spcBef>
                <a:spcPts val="2260"/>
              </a:spcBef>
              <a:spcAft>
                <a:spcPts val="0"/>
              </a:spcAft>
              <a:buClr>
                <a:schemeClr val="dk1"/>
              </a:buClr>
              <a:buSzPts val="11300"/>
              <a:buFont typeface="Arial" panose="020B0604020202020204"/>
              <a:buChar char="–"/>
              <a:defRPr sz="11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831850" algn="l" rtl="0">
              <a:spcBef>
                <a:spcPts val="1900"/>
              </a:spcBef>
              <a:spcAft>
                <a:spcPts val="0"/>
              </a:spcAft>
              <a:buClr>
                <a:schemeClr val="dk1"/>
              </a:buClr>
              <a:buSzPts val="9500"/>
              <a:buFont typeface="Arial" panose="020B0604020202020204"/>
              <a:buChar char="•"/>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768350" algn="l" rtl="0">
              <a:spcBef>
                <a:spcPts val="1700"/>
              </a:spcBef>
              <a:spcAft>
                <a:spcPts val="0"/>
              </a:spcAft>
              <a:buClr>
                <a:schemeClr val="dk1"/>
              </a:buClr>
              <a:buSzPts val="8500"/>
              <a:buFont typeface="Arial" panose="020B0604020202020204"/>
              <a:buChar char="–"/>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768350" algn="l" rtl="0">
              <a:spcBef>
                <a:spcPts val="1700"/>
              </a:spcBef>
              <a:spcAft>
                <a:spcPts val="0"/>
              </a:spcAft>
              <a:buClr>
                <a:schemeClr val="dk1"/>
              </a:buClr>
              <a:buSzPts val="8500"/>
              <a:buFont typeface="Arial" panose="020B0604020202020204"/>
              <a:buChar char="»"/>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768350" algn="l" rtl="0">
              <a:spcBef>
                <a:spcPts val="1700"/>
              </a:spcBef>
              <a:spcAft>
                <a:spcPts val="0"/>
              </a:spcAft>
              <a:buClr>
                <a:schemeClr val="dk1"/>
              </a:buClr>
              <a:buSzPts val="8500"/>
              <a:buFont typeface="Arial" panose="020B0604020202020204"/>
              <a:buChar char="•"/>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768350" algn="l" rtl="0">
              <a:spcBef>
                <a:spcPts val="1700"/>
              </a:spcBef>
              <a:spcAft>
                <a:spcPts val="0"/>
              </a:spcAft>
              <a:buClr>
                <a:schemeClr val="dk1"/>
              </a:buClr>
              <a:buSzPts val="8500"/>
              <a:buFont typeface="Arial" panose="020B0604020202020204"/>
              <a:buChar char="•"/>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768350" algn="l" rtl="0">
              <a:spcBef>
                <a:spcPts val="1700"/>
              </a:spcBef>
              <a:spcAft>
                <a:spcPts val="0"/>
              </a:spcAft>
              <a:buClr>
                <a:schemeClr val="dk1"/>
              </a:buClr>
              <a:buSzPts val="8500"/>
              <a:buFont typeface="Arial" panose="020B0604020202020204"/>
              <a:buChar char="•"/>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768350" algn="l" rtl="0">
              <a:spcBef>
                <a:spcPts val="1700"/>
              </a:spcBef>
              <a:spcAft>
                <a:spcPts val="0"/>
              </a:spcAft>
              <a:buClr>
                <a:schemeClr val="dk1"/>
              </a:buClr>
              <a:buSzPts val="8500"/>
              <a:buFont typeface="Arial" panose="020B0604020202020204"/>
              <a:buChar char="•"/>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32" name="Google Shape;32;p5"/>
          <p:cNvSpPr txBox="1">
            <a:spLocks noGrp="1"/>
          </p:cNvSpPr>
          <p:nvPr>
            <p:ph type="body" idx="2"/>
          </p:nvPr>
        </p:nvSpPr>
        <p:spPr>
          <a:xfrm>
            <a:off x="16472059" y="10081263"/>
            <a:ext cx="14311790" cy="28513567"/>
          </a:xfrm>
          <a:prstGeom prst="rect">
            <a:avLst/>
          </a:prstGeom>
          <a:noFill/>
          <a:ln>
            <a:noFill/>
          </a:ln>
        </p:spPr>
        <p:txBody>
          <a:bodyPr spcFirstLastPara="1" wrap="square" lIns="432050" tIns="216025" rIns="432050" bIns="216025" anchor="t" anchorCtr="0"/>
          <a:lstStyle>
            <a:lvl1pPr marL="457200" marR="0" lvl="0" indent="-1066800" algn="l" rtl="0">
              <a:spcBef>
                <a:spcPts val="2640"/>
              </a:spcBef>
              <a:spcAft>
                <a:spcPts val="0"/>
              </a:spcAft>
              <a:buClr>
                <a:schemeClr val="dk1"/>
              </a:buClr>
              <a:buSzPts val="13200"/>
              <a:buFont typeface="Arial" panose="020B0604020202020204"/>
              <a:buChar char="•"/>
              <a:defRPr sz="1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946150" algn="l" rtl="0">
              <a:spcBef>
                <a:spcPts val="2260"/>
              </a:spcBef>
              <a:spcAft>
                <a:spcPts val="0"/>
              </a:spcAft>
              <a:buClr>
                <a:schemeClr val="dk1"/>
              </a:buClr>
              <a:buSzPts val="11300"/>
              <a:buFont typeface="Arial" panose="020B0604020202020204"/>
              <a:buChar char="–"/>
              <a:defRPr sz="11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831850" algn="l" rtl="0">
              <a:spcBef>
                <a:spcPts val="1900"/>
              </a:spcBef>
              <a:spcAft>
                <a:spcPts val="0"/>
              </a:spcAft>
              <a:buClr>
                <a:schemeClr val="dk1"/>
              </a:buClr>
              <a:buSzPts val="9500"/>
              <a:buFont typeface="Arial" panose="020B0604020202020204"/>
              <a:buChar char="•"/>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768350" algn="l" rtl="0">
              <a:spcBef>
                <a:spcPts val="1700"/>
              </a:spcBef>
              <a:spcAft>
                <a:spcPts val="0"/>
              </a:spcAft>
              <a:buClr>
                <a:schemeClr val="dk1"/>
              </a:buClr>
              <a:buSzPts val="8500"/>
              <a:buFont typeface="Arial" panose="020B0604020202020204"/>
              <a:buChar char="–"/>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768350" algn="l" rtl="0">
              <a:spcBef>
                <a:spcPts val="1700"/>
              </a:spcBef>
              <a:spcAft>
                <a:spcPts val="0"/>
              </a:spcAft>
              <a:buClr>
                <a:schemeClr val="dk1"/>
              </a:buClr>
              <a:buSzPts val="8500"/>
              <a:buFont typeface="Arial" panose="020B0604020202020204"/>
              <a:buChar char="»"/>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768350" algn="l" rtl="0">
              <a:spcBef>
                <a:spcPts val="1700"/>
              </a:spcBef>
              <a:spcAft>
                <a:spcPts val="0"/>
              </a:spcAft>
              <a:buClr>
                <a:schemeClr val="dk1"/>
              </a:buClr>
              <a:buSzPts val="8500"/>
              <a:buFont typeface="Arial" panose="020B0604020202020204"/>
              <a:buChar char="•"/>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768350" algn="l" rtl="0">
              <a:spcBef>
                <a:spcPts val="1700"/>
              </a:spcBef>
              <a:spcAft>
                <a:spcPts val="0"/>
              </a:spcAft>
              <a:buClr>
                <a:schemeClr val="dk1"/>
              </a:buClr>
              <a:buSzPts val="8500"/>
              <a:buFont typeface="Arial" panose="020B0604020202020204"/>
              <a:buChar char="•"/>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768350" algn="l" rtl="0">
              <a:spcBef>
                <a:spcPts val="1700"/>
              </a:spcBef>
              <a:spcAft>
                <a:spcPts val="0"/>
              </a:spcAft>
              <a:buClr>
                <a:schemeClr val="dk1"/>
              </a:buClr>
              <a:buSzPts val="8500"/>
              <a:buFont typeface="Arial" panose="020B0604020202020204"/>
              <a:buChar char="•"/>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768350" algn="l" rtl="0">
              <a:spcBef>
                <a:spcPts val="1700"/>
              </a:spcBef>
              <a:spcAft>
                <a:spcPts val="0"/>
              </a:spcAft>
              <a:buClr>
                <a:schemeClr val="dk1"/>
              </a:buClr>
              <a:buSzPts val="8500"/>
              <a:buFont typeface="Arial" panose="020B0604020202020204"/>
              <a:buChar char="•"/>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33" name="Google Shape;33;p5"/>
          <p:cNvSpPr txBox="1">
            <a:spLocks noGrp="1"/>
          </p:cNvSpPr>
          <p:nvPr>
            <p:ph type="dt" idx="10"/>
          </p:nvPr>
        </p:nvSpPr>
        <p:spPr>
          <a:xfrm>
            <a:off x="1620203" y="40045009"/>
            <a:ext cx="7560945" cy="2300288"/>
          </a:xfrm>
          <a:prstGeom prst="rect">
            <a:avLst/>
          </a:prstGeom>
          <a:noFill/>
          <a:ln>
            <a:noFill/>
          </a:ln>
        </p:spPr>
        <p:txBody>
          <a:bodyPr spcFirstLastPara="1" wrap="square" lIns="432050" tIns="216025" rIns="432050" bIns="216025" anchor="ctr" anchorCtr="0"/>
          <a:lstStyle>
            <a:lvl1pPr marR="0" lvl="0" algn="l" rtl="0">
              <a:spcBef>
                <a:spcPts val="0"/>
              </a:spcBef>
              <a:spcAft>
                <a:spcPts val="0"/>
              </a:spcAft>
              <a:buSzPts val="1400"/>
              <a:buNone/>
              <a:defRPr sz="5700">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34" name="Google Shape;34;p5"/>
          <p:cNvSpPr txBox="1">
            <a:spLocks noGrp="1"/>
          </p:cNvSpPr>
          <p:nvPr>
            <p:ph type="ftr" idx="11"/>
          </p:nvPr>
        </p:nvSpPr>
        <p:spPr>
          <a:xfrm>
            <a:off x="11071384" y="40045009"/>
            <a:ext cx="10261283" cy="2300288"/>
          </a:xfrm>
          <a:prstGeom prst="rect">
            <a:avLst/>
          </a:prstGeom>
          <a:noFill/>
          <a:ln>
            <a:noFill/>
          </a:ln>
        </p:spPr>
        <p:txBody>
          <a:bodyPr spcFirstLastPara="1" wrap="square" lIns="432050" tIns="216025" rIns="432050" bIns="216025" anchor="ctr" anchorCtr="0"/>
          <a:lstStyle>
            <a:lvl1pPr marR="0" lvl="0" algn="ctr" rtl="0">
              <a:spcBef>
                <a:spcPts val="0"/>
              </a:spcBef>
              <a:spcAft>
                <a:spcPts val="0"/>
              </a:spcAft>
              <a:buSzPts val="1400"/>
              <a:buNone/>
              <a:defRPr sz="5700">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35" name="Google Shape;35;p5"/>
          <p:cNvSpPr txBox="1">
            <a:spLocks noGrp="1"/>
          </p:cNvSpPr>
          <p:nvPr>
            <p:ph type="sldNum" idx="12"/>
          </p:nvPr>
        </p:nvSpPr>
        <p:spPr>
          <a:xfrm>
            <a:off x="23222903" y="40045009"/>
            <a:ext cx="7560945" cy="2300288"/>
          </a:xfrm>
          <a:prstGeom prst="rect">
            <a:avLst/>
          </a:prstGeom>
          <a:noFill/>
          <a:ln>
            <a:noFill/>
          </a:ln>
        </p:spPr>
        <p:txBody>
          <a:bodyPr spcFirstLastPara="1" wrap="square" lIns="432050" tIns="216025" rIns="432050" bIns="216025" anchor="ctr" anchorCtr="0">
            <a:noAutofit/>
          </a:bodyPr>
          <a:lstStyle>
            <a:lvl1pPr marL="0" marR="0" lvl="0"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pt-BR"/>
              <a:t>‹nº›</a:t>
            </a:fld>
            <a:endParaRPr lang="pt-B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ção" type="twoTxTwoObj">
  <p:cSld name="TWO_OBJECTS_WITH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1620203" y="1730219"/>
            <a:ext cx="29163646" cy="7200900"/>
          </a:xfrm>
          <a:prstGeom prst="rect">
            <a:avLst/>
          </a:prstGeom>
          <a:noFill/>
          <a:ln>
            <a:noFill/>
          </a:ln>
        </p:spPr>
        <p:txBody>
          <a:bodyPr spcFirstLastPara="1" wrap="square" lIns="432050" tIns="216025" rIns="432050" bIns="216025" anchor="ctr" anchorCtr="0"/>
          <a:lstStyle>
            <a:lvl1pPr marR="0" lvl="0" algn="ctr" rtl="0">
              <a:spcBef>
                <a:spcPts val="0"/>
              </a:spcBef>
              <a:spcAft>
                <a:spcPts val="0"/>
              </a:spcAft>
              <a:buClr>
                <a:schemeClr val="dk1"/>
              </a:buClr>
              <a:buSzPts val="20800"/>
              <a:buFont typeface="Calibri" panose="020F0502020204030204"/>
              <a:buNone/>
              <a:defRPr sz="20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8" name="Google Shape;38;p6"/>
          <p:cNvSpPr txBox="1">
            <a:spLocks noGrp="1"/>
          </p:cNvSpPr>
          <p:nvPr>
            <p:ph type="body" idx="1"/>
          </p:nvPr>
        </p:nvSpPr>
        <p:spPr>
          <a:xfrm>
            <a:off x="1620203" y="9671212"/>
            <a:ext cx="14317416" cy="4030501"/>
          </a:xfrm>
          <a:prstGeom prst="rect">
            <a:avLst/>
          </a:prstGeom>
          <a:noFill/>
          <a:ln>
            <a:noFill/>
          </a:ln>
        </p:spPr>
        <p:txBody>
          <a:bodyPr spcFirstLastPara="1" wrap="square" lIns="432050" tIns="216025" rIns="432050" bIns="216025" anchor="b" anchorCtr="0"/>
          <a:lstStyle>
            <a:lvl1pPr marL="457200" marR="0" lvl="0" indent="-228600" algn="l" rtl="0">
              <a:spcBef>
                <a:spcPts val="2260"/>
              </a:spcBef>
              <a:spcAft>
                <a:spcPts val="0"/>
              </a:spcAft>
              <a:buClr>
                <a:schemeClr val="dk1"/>
              </a:buClr>
              <a:buSzPts val="11300"/>
              <a:buFont typeface="Arial" panose="020B0604020202020204"/>
              <a:buNone/>
              <a:defRPr sz="113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1900"/>
              </a:spcBef>
              <a:spcAft>
                <a:spcPts val="0"/>
              </a:spcAft>
              <a:buClr>
                <a:schemeClr val="dk1"/>
              </a:buClr>
              <a:buSzPts val="9500"/>
              <a:buFont typeface="Arial" panose="020B0604020202020204"/>
              <a:buNone/>
              <a:defRPr sz="95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1700"/>
              </a:spcBef>
              <a:spcAft>
                <a:spcPts val="0"/>
              </a:spcAft>
              <a:buClr>
                <a:schemeClr val="dk1"/>
              </a:buClr>
              <a:buSzPts val="8500"/>
              <a:buFont typeface="Arial" panose="020B0604020202020204"/>
              <a:buNone/>
              <a:defRPr sz="85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1520"/>
              </a:spcBef>
              <a:spcAft>
                <a:spcPts val="0"/>
              </a:spcAft>
              <a:buClr>
                <a:schemeClr val="dk1"/>
              </a:buClr>
              <a:buSzPts val="7600"/>
              <a:buFont typeface="Arial" panose="020B0604020202020204"/>
              <a:buNone/>
              <a:defRPr sz="7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1520"/>
              </a:spcBef>
              <a:spcAft>
                <a:spcPts val="0"/>
              </a:spcAft>
              <a:buClr>
                <a:schemeClr val="dk1"/>
              </a:buClr>
              <a:buSzPts val="7600"/>
              <a:buFont typeface="Arial" panose="020B0604020202020204"/>
              <a:buNone/>
              <a:defRPr sz="7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1520"/>
              </a:spcBef>
              <a:spcAft>
                <a:spcPts val="0"/>
              </a:spcAft>
              <a:buClr>
                <a:schemeClr val="dk1"/>
              </a:buClr>
              <a:buSzPts val="7600"/>
              <a:buFont typeface="Arial" panose="020B0604020202020204"/>
              <a:buNone/>
              <a:defRPr sz="7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1520"/>
              </a:spcBef>
              <a:spcAft>
                <a:spcPts val="0"/>
              </a:spcAft>
              <a:buClr>
                <a:schemeClr val="dk1"/>
              </a:buClr>
              <a:buSzPts val="7600"/>
              <a:buFont typeface="Arial" panose="020B0604020202020204"/>
              <a:buNone/>
              <a:defRPr sz="7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1520"/>
              </a:spcBef>
              <a:spcAft>
                <a:spcPts val="0"/>
              </a:spcAft>
              <a:buClr>
                <a:schemeClr val="dk1"/>
              </a:buClr>
              <a:buSzPts val="7600"/>
              <a:buFont typeface="Arial" panose="020B0604020202020204"/>
              <a:buNone/>
              <a:defRPr sz="7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1520"/>
              </a:spcBef>
              <a:spcAft>
                <a:spcPts val="0"/>
              </a:spcAft>
              <a:buClr>
                <a:schemeClr val="dk1"/>
              </a:buClr>
              <a:buSzPts val="7600"/>
              <a:buFont typeface="Arial" panose="020B0604020202020204"/>
              <a:buNone/>
              <a:defRPr sz="7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39" name="Google Shape;39;p6"/>
          <p:cNvSpPr txBox="1">
            <a:spLocks noGrp="1"/>
          </p:cNvSpPr>
          <p:nvPr>
            <p:ph type="body" idx="2"/>
          </p:nvPr>
        </p:nvSpPr>
        <p:spPr>
          <a:xfrm>
            <a:off x="1620203" y="13701713"/>
            <a:ext cx="14317416" cy="24893114"/>
          </a:xfrm>
          <a:prstGeom prst="rect">
            <a:avLst/>
          </a:prstGeom>
          <a:noFill/>
          <a:ln>
            <a:noFill/>
          </a:ln>
        </p:spPr>
        <p:txBody>
          <a:bodyPr spcFirstLastPara="1" wrap="square" lIns="432050" tIns="216025" rIns="432050" bIns="216025" anchor="t" anchorCtr="0"/>
          <a:lstStyle>
            <a:lvl1pPr marL="457200" marR="0" lvl="0" indent="-946150" algn="l" rtl="0">
              <a:spcBef>
                <a:spcPts val="2260"/>
              </a:spcBef>
              <a:spcAft>
                <a:spcPts val="0"/>
              </a:spcAft>
              <a:buClr>
                <a:schemeClr val="dk1"/>
              </a:buClr>
              <a:buSzPts val="11300"/>
              <a:buFont typeface="Arial" panose="020B0604020202020204"/>
              <a:buChar char="•"/>
              <a:defRPr sz="11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831850" algn="l" rtl="0">
              <a:spcBef>
                <a:spcPts val="1900"/>
              </a:spcBef>
              <a:spcAft>
                <a:spcPts val="0"/>
              </a:spcAft>
              <a:buClr>
                <a:schemeClr val="dk1"/>
              </a:buClr>
              <a:buSzPts val="9500"/>
              <a:buFont typeface="Arial" panose="020B0604020202020204"/>
              <a:buChar char="–"/>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768350" algn="l" rtl="0">
              <a:spcBef>
                <a:spcPts val="1700"/>
              </a:spcBef>
              <a:spcAft>
                <a:spcPts val="0"/>
              </a:spcAft>
              <a:buClr>
                <a:schemeClr val="dk1"/>
              </a:buClr>
              <a:buSzPts val="8500"/>
              <a:buFont typeface="Arial" panose="020B0604020202020204"/>
              <a:buChar char="•"/>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711200" algn="l" rtl="0">
              <a:spcBef>
                <a:spcPts val="1520"/>
              </a:spcBef>
              <a:spcAft>
                <a:spcPts val="0"/>
              </a:spcAft>
              <a:buClr>
                <a:schemeClr val="dk1"/>
              </a:buClr>
              <a:buSzPts val="7600"/>
              <a:buFont typeface="Arial" panose="020B0604020202020204"/>
              <a:buChar char="–"/>
              <a:defRPr sz="7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711200" algn="l" rtl="0">
              <a:spcBef>
                <a:spcPts val="1520"/>
              </a:spcBef>
              <a:spcAft>
                <a:spcPts val="0"/>
              </a:spcAft>
              <a:buClr>
                <a:schemeClr val="dk1"/>
              </a:buClr>
              <a:buSzPts val="7600"/>
              <a:buFont typeface="Arial" panose="020B0604020202020204"/>
              <a:buChar char="»"/>
              <a:defRPr sz="7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711200" algn="l" rtl="0">
              <a:spcBef>
                <a:spcPts val="1520"/>
              </a:spcBef>
              <a:spcAft>
                <a:spcPts val="0"/>
              </a:spcAft>
              <a:buClr>
                <a:schemeClr val="dk1"/>
              </a:buClr>
              <a:buSzPts val="7600"/>
              <a:buFont typeface="Arial" panose="020B0604020202020204"/>
              <a:buChar char="•"/>
              <a:defRPr sz="7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711200" algn="l" rtl="0">
              <a:spcBef>
                <a:spcPts val="1520"/>
              </a:spcBef>
              <a:spcAft>
                <a:spcPts val="0"/>
              </a:spcAft>
              <a:buClr>
                <a:schemeClr val="dk1"/>
              </a:buClr>
              <a:buSzPts val="7600"/>
              <a:buFont typeface="Arial" panose="020B0604020202020204"/>
              <a:buChar char="•"/>
              <a:defRPr sz="7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711200" algn="l" rtl="0">
              <a:spcBef>
                <a:spcPts val="1520"/>
              </a:spcBef>
              <a:spcAft>
                <a:spcPts val="0"/>
              </a:spcAft>
              <a:buClr>
                <a:schemeClr val="dk1"/>
              </a:buClr>
              <a:buSzPts val="7600"/>
              <a:buFont typeface="Arial" panose="020B0604020202020204"/>
              <a:buChar char="•"/>
              <a:defRPr sz="7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711200" algn="l" rtl="0">
              <a:spcBef>
                <a:spcPts val="1520"/>
              </a:spcBef>
              <a:spcAft>
                <a:spcPts val="0"/>
              </a:spcAft>
              <a:buClr>
                <a:schemeClr val="dk1"/>
              </a:buClr>
              <a:buSzPts val="7600"/>
              <a:buFont typeface="Arial" panose="020B0604020202020204"/>
              <a:buChar char="•"/>
              <a:defRPr sz="7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0" name="Google Shape;40;p6"/>
          <p:cNvSpPr txBox="1">
            <a:spLocks noGrp="1"/>
          </p:cNvSpPr>
          <p:nvPr>
            <p:ph type="body" idx="3"/>
          </p:nvPr>
        </p:nvSpPr>
        <p:spPr>
          <a:xfrm>
            <a:off x="16460809" y="9671212"/>
            <a:ext cx="14323040" cy="4030501"/>
          </a:xfrm>
          <a:prstGeom prst="rect">
            <a:avLst/>
          </a:prstGeom>
          <a:noFill/>
          <a:ln>
            <a:noFill/>
          </a:ln>
        </p:spPr>
        <p:txBody>
          <a:bodyPr spcFirstLastPara="1" wrap="square" lIns="432050" tIns="216025" rIns="432050" bIns="216025" anchor="b" anchorCtr="0"/>
          <a:lstStyle>
            <a:lvl1pPr marL="457200" marR="0" lvl="0" indent="-228600" algn="l" rtl="0">
              <a:spcBef>
                <a:spcPts val="2260"/>
              </a:spcBef>
              <a:spcAft>
                <a:spcPts val="0"/>
              </a:spcAft>
              <a:buClr>
                <a:schemeClr val="dk1"/>
              </a:buClr>
              <a:buSzPts val="11300"/>
              <a:buFont typeface="Arial" panose="020B0604020202020204"/>
              <a:buNone/>
              <a:defRPr sz="113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1900"/>
              </a:spcBef>
              <a:spcAft>
                <a:spcPts val="0"/>
              </a:spcAft>
              <a:buClr>
                <a:schemeClr val="dk1"/>
              </a:buClr>
              <a:buSzPts val="9500"/>
              <a:buFont typeface="Arial" panose="020B0604020202020204"/>
              <a:buNone/>
              <a:defRPr sz="95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1700"/>
              </a:spcBef>
              <a:spcAft>
                <a:spcPts val="0"/>
              </a:spcAft>
              <a:buClr>
                <a:schemeClr val="dk1"/>
              </a:buClr>
              <a:buSzPts val="8500"/>
              <a:buFont typeface="Arial" panose="020B0604020202020204"/>
              <a:buNone/>
              <a:defRPr sz="85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1520"/>
              </a:spcBef>
              <a:spcAft>
                <a:spcPts val="0"/>
              </a:spcAft>
              <a:buClr>
                <a:schemeClr val="dk1"/>
              </a:buClr>
              <a:buSzPts val="7600"/>
              <a:buFont typeface="Arial" panose="020B0604020202020204"/>
              <a:buNone/>
              <a:defRPr sz="7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1520"/>
              </a:spcBef>
              <a:spcAft>
                <a:spcPts val="0"/>
              </a:spcAft>
              <a:buClr>
                <a:schemeClr val="dk1"/>
              </a:buClr>
              <a:buSzPts val="7600"/>
              <a:buFont typeface="Arial" panose="020B0604020202020204"/>
              <a:buNone/>
              <a:defRPr sz="7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1520"/>
              </a:spcBef>
              <a:spcAft>
                <a:spcPts val="0"/>
              </a:spcAft>
              <a:buClr>
                <a:schemeClr val="dk1"/>
              </a:buClr>
              <a:buSzPts val="7600"/>
              <a:buFont typeface="Arial" panose="020B0604020202020204"/>
              <a:buNone/>
              <a:defRPr sz="7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1520"/>
              </a:spcBef>
              <a:spcAft>
                <a:spcPts val="0"/>
              </a:spcAft>
              <a:buClr>
                <a:schemeClr val="dk1"/>
              </a:buClr>
              <a:buSzPts val="7600"/>
              <a:buFont typeface="Arial" panose="020B0604020202020204"/>
              <a:buNone/>
              <a:defRPr sz="7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1520"/>
              </a:spcBef>
              <a:spcAft>
                <a:spcPts val="0"/>
              </a:spcAft>
              <a:buClr>
                <a:schemeClr val="dk1"/>
              </a:buClr>
              <a:buSzPts val="7600"/>
              <a:buFont typeface="Arial" panose="020B0604020202020204"/>
              <a:buNone/>
              <a:defRPr sz="7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1520"/>
              </a:spcBef>
              <a:spcAft>
                <a:spcPts val="0"/>
              </a:spcAft>
              <a:buClr>
                <a:schemeClr val="dk1"/>
              </a:buClr>
              <a:buSzPts val="7600"/>
              <a:buFont typeface="Arial" panose="020B0604020202020204"/>
              <a:buNone/>
              <a:defRPr sz="7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1" name="Google Shape;41;p6"/>
          <p:cNvSpPr txBox="1">
            <a:spLocks noGrp="1"/>
          </p:cNvSpPr>
          <p:nvPr>
            <p:ph type="body" idx="4"/>
          </p:nvPr>
        </p:nvSpPr>
        <p:spPr>
          <a:xfrm>
            <a:off x="16460809" y="13701713"/>
            <a:ext cx="14323040" cy="24893114"/>
          </a:xfrm>
          <a:prstGeom prst="rect">
            <a:avLst/>
          </a:prstGeom>
          <a:noFill/>
          <a:ln>
            <a:noFill/>
          </a:ln>
        </p:spPr>
        <p:txBody>
          <a:bodyPr spcFirstLastPara="1" wrap="square" lIns="432050" tIns="216025" rIns="432050" bIns="216025" anchor="t" anchorCtr="0"/>
          <a:lstStyle>
            <a:lvl1pPr marL="457200" marR="0" lvl="0" indent="-946150" algn="l" rtl="0">
              <a:spcBef>
                <a:spcPts val="2260"/>
              </a:spcBef>
              <a:spcAft>
                <a:spcPts val="0"/>
              </a:spcAft>
              <a:buClr>
                <a:schemeClr val="dk1"/>
              </a:buClr>
              <a:buSzPts val="11300"/>
              <a:buFont typeface="Arial" panose="020B0604020202020204"/>
              <a:buChar char="•"/>
              <a:defRPr sz="11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831850" algn="l" rtl="0">
              <a:spcBef>
                <a:spcPts val="1900"/>
              </a:spcBef>
              <a:spcAft>
                <a:spcPts val="0"/>
              </a:spcAft>
              <a:buClr>
                <a:schemeClr val="dk1"/>
              </a:buClr>
              <a:buSzPts val="9500"/>
              <a:buFont typeface="Arial" panose="020B0604020202020204"/>
              <a:buChar char="–"/>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768350" algn="l" rtl="0">
              <a:spcBef>
                <a:spcPts val="1700"/>
              </a:spcBef>
              <a:spcAft>
                <a:spcPts val="0"/>
              </a:spcAft>
              <a:buClr>
                <a:schemeClr val="dk1"/>
              </a:buClr>
              <a:buSzPts val="8500"/>
              <a:buFont typeface="Arial" panose="020B0604020202020204"/>
              <a:buChar char="•"/>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711200" algn="l" rtl="0">
              <a:spcBef>
                <a:spcPts val="1520"/>
              </a:spcBef>
              <a:spcAft>
                <a:spcPts val="0"/>
              </a:spcAft>
              <a:buClr>
                <a:schemeClr val="dk1"/>
              </a:buClr>
              <a:buSzPts val="7600"/>
              <a:buFont typeface="Arial" panose="020B0604020202020204"/>
              <a:buChar char="–"/>
              <a:defRPr sz="7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711200" algn="l" rtl="0">
              <a:spcBef>
                <a:spcPts val="1520"/>
              </a:spcBef>
              <a:spcAft>
                <a:spcPts val="0"/>
              </a:spcAft>
              <a:buClr>
                <a:schemeClr val="dk1"/>
              </a:buClr>
              <a:buSzPts val="7600"/>
              <a:buFont typeface="Arial" panose="020B0604020202020204"/>
              <a:buChar char="»"/>
              <a:defRPr sz="7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711200" algn="l" rtl="0">
              <a:spcBef>
                <a:spcPts val="1520"/>
              </a:spcBef>
              <a:spcAft>
                <a:spcPts val="0"/>
              </a:spcAft>
              <a:buClr>
                <a:schemeClr val="dk1"/>
              </a:buClr>
              <a:buSzPts val="7600"/>
              <a:buFont typeface="Arial" panose="020B0604020202020204"/>
              <a:buChar char="•"/>
              <a:defRPr sz="7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711200" algn="l" rtl="0">
              <a:spcBef>
                <a:spcPts val="1520"/>
              </a:spcBef>
              <a:spcAft>
                <a:spcPts val="0"/>
              </a:spcAft>
              <a:buClr>
                <a:schemeClr val="dk1"/>
              </a:buClr>
              <a:buSzPts val="7600"/>
              <a:buFont typeface="Arial" panose="020B0604020202020204"/>
              <a:buChar char="•"/>
              <a:defRPr sz="7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711200" algn="l" rtl="0">
              <a:spcBef>
                <a:spcPts val="1520"/>
              </a:spcBef>
              <a:spcAft>
                <a:spcPts val="0"/>
              </a:spcAft>
              <a:buClr>
                <a:schemeClr val="dk1"/>
              </a:buClr>
              <a:buSzPts val="7600"/>
              <a:buFont typeface="Arial" panose="020B0604020202020204"/>
              <a:buChar char="•"/>
              <a:defRPr sz="7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711200" algn="l" rtl="0">
              <a:spcBef>
                <a:spcPts val="1520"/>
              </a:spcBef>
              <a:spcAft>
                <a:spcPts val="0"/>
              </a:spcAft>
              <a:buClr>
                <a:schemeClr val="dk1"/>
              </a:buClr>
              <a:buSzPts val="7600"/>
              <a:buFont typeface="Arial" panose="020B0604020202020204"/>
              <a:buChar char="•"/>
              <a:defRPr sz="7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2" name="Google Shape;42;p6"/>
          <p:cNvSpPr txBox="1">
            <a:spLocks noGrp="1"/>
          </p:cNvSpPr>
          <p:nvPr>
            <p:ph type="dt" idx="10"/>
          </p:nvPr>
        </p:nvSpPr>
        <p:spPr>
          <a:xfrm>
            <a:off x="1620203" y="40045009"/>
            <a:ext cx="7560945" cy="2300288"/>
          </a:xfrm>
          <a:prstGeom prst="rect">
            <a:avLst/>
          </a:prstGeom>
          <a:noFill/>
          <a:ln>
            <a:noFill/>
          </a:ln>
        </p:spPr>
        <p:txBody>
          <a:bodyPr spcFirstLastPara="1" wrap="square" lIns="432050" tIns="216025" rIns="432050" bIns="216025" anchor="ctr" anchorCtr="0"/>
          <a:lstStyle>
            <a:lvl1pPr marR="0" lvl="0" algn="l" rtl="0">
              <a:spcBef>
                <a:spcPts val="0"/>
              </a:spcBef>
              <a:spcAft>
                <a:spcPts val="0"/>
              </a:spcAft>
              <a:buSzPts val="1400"/>
              <a:buNone/>
              <a:defRPr sz="5700">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3" name="Google Shape;43;p6"/>
          <p:cNvSpPr txBox="1">
            <a:spLocks noGrp="1"/>
          </p:cNvSpPr>
          <p:nvPr>
            <p:ph type="ftr" idx="11"/>
          </p:nvPr>
        </p:nvSpPr>
        <p:spPr>
          <a:xfrm>
            <a:off x="11071384" y="40045009"/>
            <a:ext cx="10261283" cy="2300288"/>
          </a:xfrm>
          <a:prstGeom prst="rect">
            <a:avLst/>
          </a:prstGeom>
          <a:noFill/>
          <a:ln>
            <a:noFill/>
          </a:ln>
        </p:spPr>
        <p:txBody>
          <a:bodyPr spcFirstLastPara="1" wrap="square" lIns="432050" tIns="216025" rIns="432050" bIns="216025" anchor="ctr" anchorCtr="0"/>
          <a:lstStyle>
            <a:lvl1pPr marR="0" lvl="0" algn="ctr" rtl="0">
              <a:spcBef>
                <a:spcPts val="0"/>
              </a:spcBef>
              <a:spcAft>
                <a:spcPts val="0"/>
              </a:spcAft>
              <a:buSzPts val="1400"/>
              <a:buNone/>
              <a:defRPr sz="5700">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4" name="Google Shape;44;p6"/>
          <p:cNvSpPr txBox="1">
            <a:spLocks noGrp="1"/>
          </p:cNvSpPr>
          <p:nvPr>
            <p:ph type="sldNum" idx="12"/>
          </p:nvPr>
        </p:nvSpPr>
        <p:spPr>
          <a:xfrm>
            <a:off x="23222903" y="40045009"/>
            <a:ext cx="7560945" cy="2300288"/>
          </a:xfrm>
          <a:prstGeom prst="rect">
            <a:avLst/>
          </a:prstGeom>
          <a:noFill/>
          <a:ln>
            <a:noFill/>
          </a:ln>
        </p:spPr>
        <p:txBody>
          <a:bodyPr spcFirstLastPara="1" wrap="square" lIns="432050" tIns="216025" rIns="432050" bIns="216025" anchor="ctr" anchorCtr="0">
            <a:noAutofit/>
          </a:bodyPr>
          <a:lstStyle>
            <a:lvl1pPr marL="0" marR="0" lvl="0"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pt-BR"/>
              <a:t>‹nº›</a:t>
            </a:fld>
            <a:endParaRPr lang="pt-B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mente título" type="titleOnly">
  <p:cSld name="TITLE_ONLY">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1620203" y="1730219"/>
            <a:ext cx="29163646" cy="7200900"/>
          </a:xfrm>
          <a:prstGeom prst="rect">
            <a:avLst/>
          </a:prstGeom>
          <a:noFill/>
          <a:ln>
            <a:noFill/>
          </a:ln>
        </p:spPr>
        <p:txBody>
          <a:bodyPr spcFirstLastPara="1" wrap="square" lIns="432050" tIns="216025" rIns="432050" bIns="216025" anchor="ctr" anchorCtr="0"/>
          <a:lstStyle>
            <a:lvl1pPr marR="0" lvl="0" algn="ctr" rtl="0">
              <a:spcBef>
                <a:spcPts val="0"/>
              </a:spcBef>
              <a:spcAft>
                <a:spcPts val="0"/>
              </a:spcAft>
              <a:buClr>
                <a:schemeClr val="dk1"/>
              </a:buClr>
              <a:buSzPts val="20800"/>
              <a:buFont typeface="Calibri" panose="020F0502020204030204"/>
              <a:buNone/>
              <a:defRPr sz="20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7" name="Google Shape;47;p7"/>
          <p:cNvSpPr txBox="1">
            <a:spLocks noGrp="1"/>
          </p:cNvSpPr>
          <p:nvPr>
            <p:ph type="dt" idx="10"/>
          </p:nvPr>
        </p:nvSpPr>
        <p:spPr>
          <a:xfrm>
            <a:off x="1620203" y="40045009"/>
            <a:ext cx="7560945" cy="2300288"/>
          </a:xfrm>
          <a:prstGeom prst="rect">
            <a:avLst/>
          </a:prstGeom>
          <a:noFill/>
          <a:ln>
            <a:noFill/>
          </a:ln>
        </p:spPr>
        <p:txBody>
          <a:bodyPr spcFirstLastPara="1" wrap="square" lIns="432050" tIns="216025" rIns="432050" bIns="216025" anchor="ctr" anchorCtr="0"/>
          <a:lstStyle>
            <a:lvl1pPr marR="0" lvl="0" algn="l" rtl="0">
              <a:spcBef>
                <a:spcPts val="0"/>
              </a:spcBef>
              <a:spcAft>
                <a:spcPts val="0"/>
              </a:spcAft>
              <a:buSzPts val="1400"/>
              <a:buNone/>
              <a:defRPr sz="5700">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8" name="Google Shape;48;p7"/>
          <p:cNvSpPr txBox="1">
            <a:spLocks noGrp="1"/>
          </p:cNvSpPr>
          <p:nvPr>
            <p:ph type="ftr" idx="11"/>
          </p:nvPr>
        </p:nvSpPr>
        <p:spPr>
          <a:xfrm>
            <a:off x="11071384" y="40045009"/>
            <a:ext cx="10261283" cy="2300288"/>
          </a:xfrm>
          <a:prstGeom prst="rect">
            <a:avLst/>
          </a:prstGeom>
          <a:noFill/>
          <a:ln>
            <a:noFill/>
          </a:ln>
        </p:spPr>
        <p:txBody>
          <a:bodyPr spcFirstLastPara="1" wrap="square" lIns="432050" tIns="216025" rIns="432050" bIns="216025" anchor="ctr" anchorCtr="0"/>
          <a:lstStyle>
            <a:lvl1pPr marR="0" lvl="0" algn="ctr" rtl="0">
              <a:spcBef>
                <a:spcPts val="0"/>
              </a:spcBef>
              <a:spcAft>
                <a:spcPts val="0"/>
              </a:spcAft>
              <a:buSzPts val="1400"/>
              <a:buNone/>
              <a:defRPr sz="5700">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9" name="Google Shape;49;p7"/>
          <p:cNvSpPr txBox="1">
            <a:spLocks noGrp="1"/>
          </p:cNvSpPr>
          <p:nvPr>
            <p:ph type="sldNum" idx="12"/>
          </p:nvPr>
        </p:nvSpPr>
        <p:spPr>
          <a:xfrm>
            <a:off x="23222903" y="40045009"/>
            <a:ext cx="7560945" cy="2300288"/>
          </a:xfrm>
          <a:prstGeom prst="rect">
            <a:avLst/>
          </a:prstGeom>
          <a:noFill/>
          <a:ln>
            <a:noFill/>
          </a:ln>
        </p:spPr>
        <p:txBody>
          <a:bodyPr spcFirstLastPara="1" wrap="square" lIns="432050" tIns="216025" rIns="432050" bIns="216025" anchor="ctr" anchorCtr="0">
            <a:noAutofit/>
          </a:bodyPr>
          <a:lstStyle>
            <a:lvl1pPr marL="0" marR="0" lvl="0"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pt-BR"/>
              <a:t>‹nº›</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m branco" type="blank">
  <p:cSld name="BLANK">
    <p:spTree>
      <p:nvGrpSpPr>
        <p:cNvPr id="1" name="Shape 50"/>
        <p:cNvGrpSpPr/>
        <p:nvPr/>
      </p:nvGrpSpPr>
      <p:grpSpPr>
        <a:xfrm>
          <a:off x="0" y="0"/>
          <a:ext cx="0" cy="0"/>
          <a:chOff x="0" y="0"/>
          <a:chExt cx="0" cy="0"/>
        </a:xfrm>
      </p:grpSpPr>
      <p:sp>
        <p:nvSpPr>
          <p:cNvPr id="51" name="Google Shape;51;p8"/>
          <p:cNvSpPr txBox="1">
            <a:spLocks noGrp="1"/>
          </p:cNvSpPr>
          <p:nvPr>
            <p:ph type="dt" idx="10"/>
          </p:nvPr>
        </p:nvSpPr>
        <p:spPr>
          <a:xfrm>
            <a:off x="1620203" y="40045009"/>
            <a:ext cx="7560945" cy="2300288"/>
          </a:xfrm>
          <a:prstGeom prst="rect">
            <a:avLst/>
          </a:prstGeom>
          <a:noFill/>
          <a:ln>
            <a:noFill/>
          </a:ln>
        </p:spPr>
        <p:txBody>
          <a:bodyPr spcFirstLastPara="1" wrap="square" lIns="432050" tIns="216025" rIns="432050" bIns="216025" anchor="ctr" anchorCtr="0"/>
          <a:lstStyle>
            <a:lvl1pPr marR="0" lvl="0" algn="l" rtl="0">
              <a:spcBef>
                <a:spcPts val="0"/>
              </a:spcBef>
              <a:spcAft>
                <a:spcPts val="0"/>
              </a:spcAft>
              <a:buSzPts val="1400"/>
              <a:buNone/>
              <a:defRPr sz="5700">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2" name="Google Shape;52;p8"/>
          <p:cNvSpPr txBox="1">
            <a:spLocks noGrp="1"/>
          </p:cNvSpPr>
          <p:nvPr>
            <p:ph type="ftr" idx="11"/>
          </p:nvPr>
        </p:nvSpPr>
        <p:spPr>
          <a:xfrm>
            <a:off x="11071384" y="40045009"/>
            <a:ext cx="10261283" cy="2300288"/>
          </a:xfrm>
          <a:prstGeom prst="rect">
            <a:avLst/>
          </a:prstGeom>
          <a:noFill/>
          <a:ln>
            <a:noFill/>
          </a:ln>
        </p:spPr>
        <p:txBody>
          <a:bodyPr spcFirstLastPara="1" wrap="square" lIns="432050" tIns="216025" rIns="432050" bIns="216025" anchor="ctr" anchorCtr="0"/>
          <a:lstStyle>
            <a:lvl1pPr marR="0" lvl="0" algn="ctr" rtl="0">
              <a:spcBef>
                <a:spcPts val="0"/>
              </a:spcBef>
              <a:spcAft>
                <a:spcPts val="0"/>
              </a:spcAft>
              <a:buSzPts val="1400"/>
              <a:buNone/>
              <a:defRPr sz="5700">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3" name="Google Shape;53;p8"/>
          <p:cNvSpPr txBox="1">
            <a:spLocks noGrp="1"/>
          </p:cNvSpPr>
          <p:nvPr>
            <p:ph type="sldNum" idx="12"/>
          </p:nvPr>
        </p:nvSpPr>
        <p:spPr>
          <a:xfrm>
            <a:off x="23222903" y="40045009"/>
            <a:ext cx="7560945" cy="2300288"/>
          </a:xfrm>
          <a:prstGeom prst="rect">
            <a:avLst/>
          </a:prstGeom>
          <a:noFill/>
          <a:ln>
            <a:noFill/>
          </a:ln>
        </p:spPr>
        <p:txBody>
          <a:bodyPr spcFirstLastPara="1" wrap="square" lIns="432050" tIns="216025" rIns="432050" bIns="216025" anchor="ctr" anchorCtr="0">
            <a:noAutofit/>
          </a:bodyPr>
          <a:lstStyle>
            <a:lvl1pPr marL="0" marR="0" lvl="0"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pt-BR"/>
              <a:t>‹nº›</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údo com Legenda"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1620204" y="1720215"/>
            <a:ext cx="10660709" cy="7320915"/>
          </a:xfrm>
          <a:prstGeom prst="rect">
            <a:avLst/>
          </a:prstGeom>
          <a:noFill/>
          <a:ln>
            <a:noFill/>
          </a:ln>
        </p:spPr>
        <p:txBody>
          <a:bodyPr spcFirstLastPara="1" wrap="square" lIns="432050" tIns="216025" rIns="432050" bIns="216025" anchor="b" anchorCtr="0"/>
          <a:lstStyle>
            <a:lvl1pPr marR="0" lvl="0" algn="l" rtl="0">
              <a:spcBef>
                <a:spcPts val="0"/>
              </a:spcBef>
              <a:spcAft>
                <a:spcPts val="0"/>
              </a:spcAft>
              <a:buClr>
                <a:schemeClr val="dk1"/>
              </a:buClr>
              <a:buSzPts val="9500"/>
              <a:buFont typeface="Calibri" panose="020F0502020204030204"/>
              <a:buNone/>
              <a:defRPr sz="95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6" name="Google Shape;56;p9"/>
          <p:cNvSpPr txBox="1">
            <a:spLocks noGrp="1"/>
          </p:cNvSpPr>
          <p:nvPr>
            <p:ph type="body" idx="1"/>
          </p:nvPr>
        </p:nvSpPr>
        <p:spPr>
          <a:xfrm>
            <a:off x="12669083" y="1720218"/>
            <a:ext cx="18114764" cy="36874612"/>
          </a:xfrm>
          <a:prstGeom prst="rect">
            <a:avLst/>
          </a:prstGeom>
          <a:noFill/>
          <a:ln>
            <a:noFill/>
          </a:ln>
        </p:spPr>
        <p:txBody>
          <a:bodyPr spcFirstLastPara="1" wrap="square" lIns="432050" tIns="216025" rIns="432050" bIns="216025" anchor="t" anchorCtr="0"/>
          <a:lstStyle>
            <a:lvl1pPr marL="457200" marR="0" lvl="0" indent="-1187450" algn="l" rtl="0">
              <a:spcBef>
                <a:spcPts val="3020"/>
              </a:spcBef>
              <a:spcAft>
                <a:spcPts val="0"/>
              </a:spcAft>
              <a:buClr>
                <a:schemeClr val="dk1"/>
              </a:buClr>
              <a:buSzPts val="15100"/>
              <a:buFont typeface="Arial" panose="020B0604020202020204"/>
              <a:buChar char="•"/>
              <a:defRPr sz="151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1066800" algn="l" rtl="0">
              <a:spcBef>
                <a:spcPts val="2640"/>
              </a:spcBef>
              <a:spcAft>
                <a:spcPts val="0"/>
              </a:spcAft>
              <a:buClr>
                <a:schemeClr val="dk1"/>
              </a:buClr>
              <a:buSzPts val="13200"/>
              <a:buFont typeface="Arial" panose="020B0604020202020204"/>
              <a:buChar char="–"/>
              <a:defRPr sz="1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946150" algn="l" rtl="0">
              <a:spcBef>
                <a:spcPts val="2260"/>
              </a:spcBef>
              <a:spcAft>
                <a:spcPts val="0"/>
              </a:spcAft>
              <a:buClr>
                <a:schemeClr val="dk1"/>
              </a:buClr>
              <a:buSzPts val="11300"/>
              <a:buFont typeface="Arial" panose="020B0604020202020204"/>
              <a:buChar char="•"/>
              <a:defRPr sz="11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831850" algn="l" rtl="0">
              <a:spcBef>
                <a:spcPts val="1900"/>
              </a:spcBef>
              <a:spcAft>
                <a:spcPts val="0"/>
              </a:spcAft>
              <a:buClr>
                <a:schemeClr val="dk1"/>
              </a:buClr>
              <a:buSzPts val="9500"/>
              <a:buFont typeface="Arial" panose="020B0604020202020204"/>
              <a:buChar char="–"/>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831850" algn="l" rtl="0">
              <a:spcBef>
                <a:spcPts val="1900"/>
              </a:spcBef>
              <a:spcAft>
                <a:spcPts val="0"/>
              </a:spcAft>
              <a:buClr>
                <a:schemeClr val="dk1"/>
              </a:buClr>
              <a:buSzPts val="9500"/>
              <a:buFont typeface="Arial" panose="020B0604020202020204"/>
              <a:buChar char="»"/>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831850" algn="l" rtl="0">
              <a:spcBef>
                <a:spcPts val="1900"/>
              </a:spcBef>
              <a:spcAft>
                <a:spcPts val="0"/>
              </a:spcAft>
              <a:buClr>
                <a:schemeClr val="dk1"/>
              </a:buClr>
              <a:buSzPts val="9500"/>
              <a:buFont typeface="Arial" panose="020B0604020202020204"/>
              <a:buChar char="•"/>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831850" algn="l" rtl="0">
              <a:spcBef>
                <a:spcPts val="1900"/>
              </a:spcBef>
              <a:spcAft>
                <a:spcPts val="0"/>
              </a:spcAft>
              <a:buClr>
                <a:schemeClr val="dk1"/>
              </a:buClr>
              <a:buSzPts val="9500"/>
              <a:buFont typeface="Arial" panose="020B0604020202020204"/>
              <a:buChar char="•"/>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831850" algn="l" rtl="0">
              <a:spcBef>
                <a:spcPts val="1900"/>
              </a:spcBef>
              <a:spcAft>
                <a:spcPts val="0"/>
              </a:spcAft>
              <a:buClr>
                <a:schemeClr val="dk1"/>
              </a:buClr>
              <a:buSzPts val="9500"/>
              <a:buFont typeface="Arial" panose="020B0604020202020204"/>
              <a:buChar char="•"/>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831850" algn="l" rtl="0">
              <a:spcBef>
                <a:spcPts val="1900"/>
              </a:spcBef>
              <a:spcAft>
                <a:spcPts val="0"/>
              </a:spcAft>
              <a:buClr>
                <a:schemeClr val="dk1"/>
              </a:buClr>
              <a:buSzPts val="9500"/>
              <a:buFont typeface="Arial" panose="020B0604020202020204"/>
              <a:buChar char="•"/>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7" name="Google Shape;57;p9"/>
          <p:cNvSpPr txBox="1">
            <a:spLocks noGrp="1"/>
          </p:cNvSpPr>
          <p:nvPr>
            <p:ph type="body" idx="2"/>
          </p:nvPr>
        </p:nvSpPr>
        <p:spPr>
          <a:xfrm>
            <a:off x="1620204" y="9041133"/>
            <a:ext cx="10660709" cy="29553698"/>
          </a:xfrm>
          <a:prstGeom prst="rect">
            <a:avLst/>
          </a:prstGeom>
          <a:noFill/>
          <a:ln>
            <a:noFill/>
          </a:ln>
        </p:spPr>
        <p:txBody>
          <a:bodyPr spcFirstLastPara="1" wrap="square" lIns="432050" tIns="216025" rIns="432050" bIns="216025" anchor="t" anchorCtr="0"/>
          <a:lstStyle>
            <a:lvl1pPr marL="457200" marR="0" lvl="0" indent="-228600" algn="l" rtl="0">
              <a:spcBef>
                <a:spcPts val="1320"/>
              </a:spcBef>
              <a:spcAft>
                <a:spcPts val="0"/>
              </a:spcAft>
              <a:buClr>
                <a:schemeClr val="dk1"/>
              </a:buClr>
              <a:buSzPts val="6600"/>
              <a:buFont typeface="Arial" panose="020B0604020202020204"/>
              <a:buNone/>
              <a:defRPr sz="6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1140"/>
              </a:spcBef>
              <a:spcAft>
                <a:spcPts val="0"/>
              </a:spcAft>
              <a:buClr>
                <a:schemeClr val="dk1"/>
              </a:buClr>
              <a:buSzPts val="5700"/>
              <a:buFont typeface="Arial" panose="020B0604020202020204"/>
              <a:buNone/>
              <a:defRPr sz="5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940"/>
              </a:spcBef>
              <a:spcAft>
                <a:spcPts val="0"/>
              </a:spcAft>
              <a:buClr>
                <a:schemeClr val="dk1"/>
              </a:buClr>
              <a:buSzPts val="4700"/>
              <a:buFont typeface="Arial" panose="020B0604020202020204"/>
              <a:buNone/>
              <a:defRPr sz="4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860"/>
              </a:spcBef>
              <a:spcAft>
                <a:spcPts val="0"/>
              </a:spcAft>
              <a:buClr>
                <a:schemeClr val="dk1"/>
              </a:buClr>
              <a:buSzPts val="4300"/>
              <a:buFont typeface="Arial" panose="020B0604020202020204"/>
              <a:buNone/>
              <a:defRPr sz="4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860"/>
              </a:spcBef>
              <a:spcAft>
                <a:spcPts val="0"/>
              </a:spcAft>
              <a:buClr>
                <a:schemeClr val="dk1"/>
              </a:buClr>
              <a:buSzPts val="4300"/>
              <a:buFont typeface="Arial" panose="020B0604020202020204"/>
              <a:buNone/>
              <a:defRPr sz="4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860"/>
              </a:spcBef>
              <a:spcAft>
                <a:spcPts val="0"/>
              </a:spcAft>
              <a:buClr>
                <a:schemeClr val="dk1"/>
              </a:buClr>
              <a:buSzPts val="4300"/>
              <a:buFont typeface="Arial" panose="020B0604020202020204"/>
              <a:buNone/>
              <a:defRPr sz="4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860"/>
              </a:spcBef>
              <a:spcAft>
                <a:spcPts val="0"/>
              </a:spcAft>
              <a:buClr>
                <a:schemeClr val="dk1"/>
              </a:buClr>
              <a:buSzPts val="4300"/>
              <a:buFont typeface="Arial" panose="020B0604020202020204"/>
              <a:buNone/>
              <a:defRPr sz="4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860"/>
              </a:spcBef>
              <a:spcAft>
                <a:spcPts val="0"/>
              </a:spcAft>
              <a:buClr>
                <a:schemeClr val="dk1"/>
              </a:buClr>
              <a:buSzPts val="4300"/>
              <a:buFont typeface="Arial" panose="020B0604020202020204"/>
              <a:buNone/>
              <a:defRPr sz="4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860"/>
              </a:spcBef>
              <a:spcAft>
                <a:spcPts val="0"/>
              </a:spcAft>
              <a:buClr>
                <a:schemeClr val="dk1"/>
              </a:buClr>
              <a:buSzPts val="4300"/>
              <a:buFont typeface="Arial" panose="020B0604020202020204"/>
              <a:buNone/>
              <a:defRPr sz="4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8" name="Google Shape;58;p9"/>
          <p:cNvSpPr txBox="1">
            <a:spLocks noGrp="1"/>
          </p:cNvSpPr>
          <p:nvPr>
            <p:ph type="dt" idx="10"/>
          </p:nvPr>
        </p:nvSpPr>
        <p:spPr>
          <a:xfrm>
            <a:off x="1620203" y="40045009"/>
            <a:ext cx="7560945" cy="2300288"/>
          </a:xfrm>
          <a:prstGeom prst="rect">
            <a:avLst/>
          </a:prstGeom>
          <a:noFill/>
          <a:ln>
            <a:noFill/>
          </a:ln>
        </p:spPr>
        <p:txBody>
          <a:bodyPr spcFirstLastPara="1" wrap="square" lIns="432050" tIns="216025" rIns="432050" bIns="216025" anchor="ctr" anchorCtr="0"/>
          <a:lstStyle>
            <a:lvl1pPr marR="0" lvl="0" algn="l" rtl="0">
              <a:spcBef>
                <a:spcPts val="0"/>
              </a:spcBef>
              <a:spcAft>
                <a:spcPts val="0"/>
              </a:spcAft>
              <a:buSzPts val="1400"/>
              <a:buNone/>
              <a:defRPr sz="5700">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9" name="Google Shape;59;p9"/>
          <p:cNvSpPr txBox="1">
            <a:spLocks noGrp="1"/>
          </p:cNvSpPr>
          <p:nvPr>
            <p:ph type="ftr" idx="11"/>
          </p:nvPr>
        </p:nvSpPr>
        <p:spPr>
          <a:xfrm>
            <a:off x="11071384" y="40045009"/>
            <a:ext cx="10261283" cy="2300288"/>
          </a:xfrm>
          <a:prstGeom prst="rect">
            <a:avLst/>
          </a:prstGeom>
          <a:noFill/>
          <a:ln>
            <a:noFill/>
          </a:ln>
        </p:spPr>
        <p:txBody>
          <a:bodyPr spcFirstLastPara="1" wrap="square" lIns="432050" tIns="216025" rIns="432050" bIns="216025" anchor="ctr" anchorCtr="0"/>
          <a:lstStyle>
            <a:lvl1pPr marR="0" lvl="0" algn="ctr" rtl="0">
              <a:spcBef>
                <a:spcPts val="0"/>
              </a:spcBef>
              <a:spcAft>
                <a:spcPts val="0"/>
              </a:spcAft>
              <a:buSzPts val="1400"/>
              <a:buNone/>
              <a:defRPr sz="5700">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60" name="Google Shape;60;p9"/>
          <p:cNvSpPr txBox="1">
            <a:spLocks noGrp="1"/>
          </p:cNvSpPr>
          <p:nvPr>
            <p:ph type="sldNum" idx="12"/>
          </p:nvPr>
        </p:nvSpPr>
        <p:spPr>
          <a:xfrm>
            <a:off x="23222903" y="40045009"/>
            <a:ext cx="7560945" cy="2300288"/>
          </a:xfrm>
          <a:prstGeom prst="rect">
            <a:avLst/>
          </a:prstGeom>
          <a:noFill/>
          <a:ln>
            <a:noFill/>
          </a:ln>
        </p:spPr>
        <p:txBody>
          <a:bodyPr spcFirstLastPara="1" wrap="square" lIns="432050" tIns="216025" rIns="432050" bIns="216025" anchor="ctr" anchorCtr="0">
            <a:noAutofit/>
          </a:bodyPr>
          <a:lstStyle>
            <a:lvl1pPr marL="0" marR="0" lvl="0"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pt-BR"/>
              <a:t>‹nº›</a:t>
            </a:fld>
            <a:endParaRPr lang="pt-B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m com Legenda"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6351421" y="30243781"/>
            <a:ext cx="19442430" cy="3570449"/>
          </a:xfrm>
          <a:prstGeom prst="rect">
            <a:avLst/>
          </a:prstGeom>
          <a:noFill/>
          <a:ln>
            <a:noFill/>
          </a:ln>
        </p:spPr>
        <p:txBody>
          <a:bodyPr spcFirstLastPara="1" wrap="square" lIns="432050" tIns="216025" rIns="432050" bIns="216025" anchor="b" anchorCtr="0"/>
          <a:lstStyle>
            <a:lvl1pPr marR="0" lvl="0" algn="l" rtl="0">
              <a:spcBef>
                <a:spcPts val="0"/>
              </a:spcBef>
              <a:spcAft>
                <a:spcPts val="0"/>
              </a:spcAft>
              <a:buClr>
                <a:schemeClr val="dk1"/>
              </a:buClr>
              <a:buSzPts val="9500"/>
              <a:buFont typeface="Calibri" panose="020F0502020204030204"/>
              <a:buNone/>
              <a:defRPr sz="95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3" name="Google Shape;63;p10"/>
          <p:cNvSpPr>
            <a:spLocks noGrp="1"/>
          </p:cNvSpPr>
          <p:nvPr>
            <p:ph type="pic" idx="2"/>
          </p:nvPr>
        </p:nvSpPr>
        <p:spPr>
          <a:xfrm>
            <a:off x="6351421" y="3860483"/>
            <a:ext cx="19442430" cy="25923240"/>
          </a:xfrm>
          <a:prstGeom prst="rect">
            <a:avLst/>
          </a:prstGeom>
          <a:noFill/>
          <a:ln>
            <a:noFill/>
          </a:ln>
        </p:spPr>
        <p:txBody>
          <a:bodyPr spcFirstLastPara="1" wrap="square" lIns="432050" tIns="216025" rIns="432050" bIns="216025" anchor="t" anchorCtr="0"/>
          <a:lstStyle>
            <a:lvl1pPr marR="0" lvl="0" algn="l" rtl="0">
              <a:spcBef>
                <a:spcPts val="3020"/>
              </a:spcBef>
              <a:spcAft>
                <a:spcPts val="0"/>
              </a:spcAft>
              <a:buClr>
                <a:schemeClr val="dk1"/>
              </a:buClr>
              <a:buSzPts val="15100"/>
              <a:buFont typeface="Arial" panose="020B0604020202020204"/>
              <a:buNone/>
              <a:defRPr sz="151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2640"/>
              </a:spcBef>
              <a:spcAft>
                <a:spcPts val="0"/>
              </a:spcAft>
              <a:buClr>
                <a:schemeClr val="dk1"/>
              </a:buClr>
              <a:buSzPts val="13200"/>
              <a:buFont typeface="Arial" panose="020B0604020202020204"/>
              <a:buNone/>
              <a:defRPr sz="1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2260"/>
              </a:spcBef>
              <a:spcAft>
                <a:spcPts val="0"/>
              </a:spcAft>
              <a:buClr>
                <a:schemeClr val="dk1"/>
              </a:buClr>
              <a:buSzPts val="11300"/>
              <a:buFont typeface="Arial" panose="020B0604020202020204"/>
              <a:buNone/>
              <a:defRPr sz="11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1900"/>
              </a:spcBef>
              <a:spcAft>
                <a:spcPts val="0"/>
              </a:spcAft>
              <a:buClr>
                <a:schemeClr val="dk1"/>
              </a:buClr>
              <a:buSzPts val="9500"/>
              <a:buFont typeface="Arial" panose="020B0604020202020204"/>
              <a:buNone/>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1900"/>
              </a:spcBef>
              <a:spcAft>
                <a:spcPts val="0"/>
              </a:spcAft>
              <a:buClr>
                <a:schemeClr val="dk1"/>
              </a:buClr>
              <a:buSzPts val="9500"/>
              <a:buFont typeface="Arial" panose="020B0604020202020204"/>
              <a:buNone/>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1900"/>
              </a:spcBef>
              <a:spcAft>
                <a:spcPts val="0"/>
              </a:spcAft>
              <a:buClr>
                <a:schemeClr val="dk1"/>
              </a:buClr>
              <a:buSzPts val="9500"/>
              <a:buFont typeface="Arial" panose="020B0604020202020204"/>
              <a:buNone/>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1900"/>
              </a:spcBef>
              <a:spcAft>
                <a:spcPts val="0"/>
              </a:spcAft>
              <a:buClr>
                <a:schemeClr val="dk1"/>
              </a:buClr>
              <a:buSzPts val="9500"/>
              <a:buFont typeface="Arial" panose="020B0604020202020204"/>
              <a:buNone/>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1900"/>
              </a:spcBef>
              <a:spcAft>
                <a:spcPts val="0"/>
              </a:spcAft>
              <a:buClr>
                <a:schemeClr val="dk1"/>
              </a:buClr>
              <a:buSzPts val="9500"/>
              <a:buFont typeface="Arial" panose="020B0604020202020204"/>
              <a:buNone/>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1900"/>
              </a:spcBef>
              <a:spcAft>
                <a:spcPts val="0"/>
              </a:spcAft>
              <a:buClr>
                <a:schemeClr val="dk1"/>
              </a:buClr>
              <a:buSzPts val="9500"/>
              <a:buFont typeface="Arial" panose="020B0604020202020204"/>
              <a:buNone/>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64" name="Google Shape;64;p10"/>
          <p:cNvSpPr txBox="1">
            <a:spLocks noGrp="1"/>
          </p:cNvSpPr>
          <p:nvPr>
            <p:ph type="body" idx="1"/>
          </p:nvPr>
        </p:nvSpPr>
        <p:spPr>
          <a:xfrm>
            <a:off x="6351421" y="33814228"/>
            <a:ext cx="19442430" cy="5070631"/>
          </a:xfrm>
          <a:prstGeom prst="rect">
            <a:avLst/>
          </a:prstGeom>
          <a:noFill/>
          <a:ln>
            <a:noFill/>
          </a:ln>
        </p:spPr>
        <p:txBody>
          <a:bodyPr spcFirstLastPara="1" wrap="square" lIns="432050" tIns="216025" rIns="432050" bIns="216025" anchor="t" anchorCtr="0"/>
          <a:lstStyle>
            <a:lvl1pPr marL="457200" marR="0" lvl="0" indent="-228600" algn="l" rtl="0">
              <a:spcBef>
                <a:spcPts val="1320"/>
              </a:spcBef>
              <a:spcAft>
                <a:spcPts val="0"/>
              </a:spcAft>
              <a:buClr>
                <a:schemeClr val="dk1"/>
              </a:buClr>
              <a:buSzPts val="6600"/>
              <a:buFont typeface="Arial" panose="020B0604020202020204"/>
              <a:buNone/>
              <a:defRPr sz="66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1140"/>
              </a:spcBef>
              <a:spcAft>
                <a:spcPts val="0"/>
              </a:spcAft>
              <a:buClr>
                <a:schemeClr val="dk1"/>
              </a:buClr>
              <a:buSzPts val="5700"/>
              <a:buFont typeface="Arial" panose="020B0604020202020204"/>
              <a:buNone/>
              <a:defRPr sz="5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940"/>
              </a:spcBef>
              <a:spcAft>
                <a:spcPts val="0"/>
              </a:spcAft>
              <a:buClr>
                <a:schemeClr val="dk1"/>
              </a:buClr>
              <a:buSzPts val="4700"/>
              <a:buFont typeface="Arial" panose="020B0604020202020204"/>
              <a:buNone/>
              <a:defRPr sz="4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860"/>
              </a:spcBef>
              <a:spcAft>
                <a:spcPts val="0"/>
              </a:spcAft>
              <a:buClr>
                <a:schemeClr val="dk1"/>
              </a:buClr>
              <a:buSzPts val="4300"/>
              <a:buFont typeface="Arial" panose="020B0604020202020204"/>
              <a:buNone/>
              <a:defRPr sz="4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860"/>
              </a:spcBef>
              <a:spcAft>
                <a:spcPts val="0"/>
              </a:spcAft>
              <a:buClr>
                <a:schemeClr val="dk1"/>
              </a:buClr>
              <a:buSzPts val="4300"/>
              <a:buFont typeface="Arial" panose="020B0604020202020204"/>
              <a:buNone/>
              <a:defRPr sz="4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860"/>
              </a:spcBef>
              <a:spcAft>
                <a:spcPts val="0"/>
              </a:spcAft>
              <a:buClr>
                <a:schemeClr val="dk1"/>
              </a:buClr>
              <a:buSzPts val="4300"/>
              <a:buFont typeface="Arial" panose="020B0604020202020204"/>
              <a:buNone/>
              <a:defRPr sz="4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860"/>
              </a:spcBef>
              <a:spcAft>
                <a:spcPts val="0"/>
              </a:spcAft>
              <a:buClr>
                <a:schemeClr val="dk1"/>
              </a:buClr>
              <a:buSzPts val="4300"/>
              <a:buFont typeface="Arial" panose="020B0604020202020204"/>
              <a:buNone/>
              <a:defRPr sz="4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860"/>
              </a:spcBef>
              <a:spcAft>
                <a:spcPts val="0"/>
              </a:spcAft>
              <a:buClr>
                <a:schemeClr val="dk1"/>
              </a:buClr>
              <a:buSzPts val="4300"/>
              <a:buFont typeface="Arial" panose="020B0604020202020204"/>
              <a:buNone/>
              <a:defRPr sz="4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860"/>
              </a:spcBef>
              <a:spcAft>
                <a:spcPts val="0"/>
              </a:spcAft>
              <a:buClr>
                <a:schemeClr val="dk1"/>
              </a:buClr>
              <a:buSzPts val="4300"/>
              <a:buFont typeface="Arial" panose="020B0604020202020204"/>
              <a:buNone/>
              <a:defRPr sz="4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65" name="Google Shape;65;p10"/>
          <p:cNvSpPr txBox="1">
            <a:spLocks noGrp="1"/>
          </p:cNvSpPr>
          <p:nvPr>
            <p:ph type="dt" idx="10"/>
          </p:nvPr>
        </p:nvSpPr>
        <p:spPr>
          <a:xfrm>
            <a:off x="1620203" y="40045009"/>
            <a:ext cx="7560945" cy="2300288"/>
          </a:xfrm>
          <a:prstGeom prst="rect">
            <a:avLst/>
          </a:prstGeom>
          <a:noFill/>
          <a:ln>
            <a:noFill/>
          </a:ln>
        </p:spPr>
        <p:txBody>
          <a:bodyPr spcFirstLastPara="1" wrap="square" lIns="432050" tIns="216025" rIns="432050" bIns="216025" anchor="ctr" anchorCtr="0"/>
          <a:lstStyle>
            <a:lvl1pPr marR="0" lvl="0" algn="l" rtl="0">
              <a:spcBef>
                <a:spcPts val="0"/>
              </a:spcBef>
              <a:spcAft>
                <a:spcPts val="0"/>
              </a:spcAft>
              <a:buSzPts val="1400"/>
              <a:buNone/>
              <a:defRPr sz="5700">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66" name="Google Shape;66;p10"/>
          <p:cNvSpPr txBox="1">
            <a:spLocks noGrp="1"/>
          </p:cNvSpPr>
          <p:nvPr>
            <p:ph type="ftr" idx="11"/>
          </p:nvPr>
        </p:nvSpPr>
        <p:spPr>
          <a:xfrm>
            <a:off x="11071384" y="40045009"/>
            <a:ext cx="10261283" cy="2300288"/>
          </a:xfrm>
          <a:prstGeom prst="rect">
            <a:avLst/>
          </a:prstGeom>
          <a:noFill/>
          <a:ln>
            <a:noFill/>
          </a:ln>
        </p:spPr>
        <p:txBody>
          <a:bodyPr spcFirstLastPara="1" wrap="square" lIns="432050" tIns="216025" rIns="432050" bIns="216025" anchor="ctr" anchorCtr="0"/>
          <a:lstStyle>
            <a:lvl1pPr marR="0" lvl="0" algn="ctr" rtl="0">
              <a:spcBef>
                <a:spcPts val="0"/>
              </a:spcBef>
              <a:spcAft>
                <a:spcPts val="0"/>
              </a:spcAft>
              <a:buSzPts val="1400"/>
              <a:buNone/>
              <a:defRPr sz="5700">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67" name="Google Shape;67;p10"/>
          <p:cNvSpPr txBox="1">
            <a:spLocks noGrp="1"/>
          </p:cNvSpPr>
          <p:nvPr>
            <p:ph type="sldNum" idx="12"/>
          </p:nvPr>
        </p:nvSpPr>
        <p:spPr>
          <a:xfrm>
            <a:off x="23222903" y="40045009"/>
            <a:ext cx="7560945" cy="2300288"/>
          </a:xfrm>
          <a:prstGeom prst="rect">
            <a:avLst/>
          </a:prstGeom>
          <a:noFill/>
          <a:ln>
            <a:noFill/>
          </a:ln>
        </p:spPr>
        <p:txBody>
          <a:bodyPr spcFirstLastPara="1" wrap="square" lIns="432050" tIns="216025" rIns="432050" bIns="216025" anchor="ctr" anchorCtr="0">
            <a:noAutofit/>
          </a:bodyPr>
          <a:lstStyle>
            <a:lvl1pPr marL="0" marR="0" lvl="0"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pt-BR"/>
              <a:t>‹nº›</a:t>
            </a:fld>
            <a:endParaRPr lang="pt-B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e texto vertical"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1620203" y="1730219"/>
            <a:ext cx="29163646" cy="7200900"/>
          </a:xfrm>
          <a:prstGeom prst="rect">
            <a:avLst/>
          </a:prstGeom>
          <a:noFill/>
          <a:ln>
            <a:noFill/>
          </a:ln>
        </p:spPr>
        <p:txBody>
          <a:bodyPr spcFirstLastPara="1" wrap="square" lIns="432050" tIns="216025" rIns="432050" bIns="216025" anchor="ctr" anchorCtr="0"/>
          <a:lstStyle>
            <a:lvl1pPr marR="0" lvl="0" algn="ctr" rtl="0">
              <a:spcBef>
                <a:spcPts val="0"/>
              </a:spcBef>
              <a:spcAft>
                <a:spcPts val="0"/>
              </a:spcAft>
              <a:buClr>
                <a:schemeClr val="dk1"/>
              </a:buClr>
              <a:buSzPts val="20800"/>
              <a:buFont typeface="Calibri" panose="020F0502020204030204"/>
              <a:buNone/>
              <a:defRPr sz="20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0" name="Google Shape;70;p11"/>
          <p:cNvSpPr txBox="1">
            <a:spLocks noGrp="1"/>
          </p:cNvSpPr>
          <p:nvPr>
            <p:ph type="body" idx="1"/>
          </p:nvPr>
        </p:nvSpPr>
        <p:spPr>
          <a:xfrm rot="5400000">
            <a:off x="1945241" y="9756224"/>
            <a:ext cx="28513567" cy="29163646"/>
          </a:xfrm>
          <a:prstGeom prst="rect">
            <a:avLst/>
          </a:prstGeom>
          <a:noFill/>
          <a:ln>
            <a:noFill/>
          </a:ln>
        </p:spPr>
        <p:txBody>
          <a:bodyPr spcFirstLastPara="1" wrap="square" lIns="432050" tIns="216025" rIns="432050" bIns="216025" anchor="t" anchorCtr="0"/>
          <a:lstStyle>
            <a:lvl1pPr marL="457200" marR="0" lvl="0" indent="-1187450" algn="l" rtl="0">
              <a:spcBef>
                <a:spcPts val="3020"/>
              </a:spcBef>
              <a:spcAft>
                <a:spcPts val="0"/>
              </a:spcAft>
              <a:buClr>
                <a:schemeClr val="dk1"/>
              </a:buClr>
              <a:buSzPts val="15100"/>
              <a:buFont typeface="Arial" panose="020B0604020202020204"/>
              <a:buChar char="•"/>
              <a:defRPr sz="151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1066800" algn="l" rtl="0">
              <a:spcBef>
                <a:spcPts val="2640"/>
              </a:spcBef>
              <a:spcAft>
                <a:spcPts val="0"/>
              </a:spcAft>
              <a:buClr>
                <a:schemeClr val="dk1"/>
              </a:buClr>
              <a:buSzPts val="13200"/>
              <a:buFont typeface="Arial" panose="020B0604020202020204"/>
              <a:buChar char="–"/>
              <a:defRPr sz="1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946150" algn="l" rtl="0">
              <a:spcBef>
                <a:spcPts val="2260"/>
              </a:spcBef>
              <a:spcAft>
                <a:spcPts val="0"/>
              </a:spcAft>
              <a:buClr>
                <a:schemeClr val="dk1"/>
              </a:buClr>
              <a:buSzPts val="11300"/>
              <a:buFont typeface="Arial" panose="020B0604020202020204"/>
              <a:buChar char="•"/>
              <a:defRPr sz="11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831850" algn="l" rtl="0">
              <a:spcBef>
                <a:spcPts val="1900"/>
              </a:spcBef>
              <a:spcAft>
                <a:spcPts val="0"/>
              </a:spcAft>
              <a:buClr>
                <a:schemeClr val="dk1"/>
              </a:buClr>
              <a:buSzPts val="9500"/>
              <a:buFont typeface="Arial" panose="020B0604020202020204"/>
              <a:buChar char="–"/>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831850" algn="l" rtl="0">
              <a:spcBef>
                <a:spcPts val="1900"/>
              </a:spcBef>
              <a:spcAft>
                <a:spcPts val="0"/>
              </a:spcAft>
              <a:buClr>
                <a:schemeClr val="dk1"/>
              </a:buClr>
              <a:buSzPts val="9500"/>
              <a:buFont typeface="Arial" panose="020B0604020202020204"/>
              <a:buChar char="»"/>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831850" algn="l" rtl="0">
              <a:spcBef>
                <a:spcPts val="1900"/>
              </a:spcBef>
              <a:spcAft>
                <a:spcPts val="0"/>
              </a:spcAft>
              <a:buClr>
                <a:schemeClr val="dk1"/>
              </a:buClr>
              <a:buSzPts val="9500"/>
              <a:buFont typeface="Arial" panose="020B0604020202020204"/>
              <a:buChar char="•"/>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831850" algn="l" rtl="0">
              <a:spcBef>
                <a:spcPts val="1900"/>
              </a:spcBef>
              <a:spcAft>
                <a:spcPts val="0"/>
              </a:spcAft>
              <a:buClr>
                <a:schemeClr val="dk1"/>
              </a:buClr>
              <a:buSzPts val="9500"/>
              <a:buFont typeface="Arial" panose="020B0604020202020204"/>
              <a:buChar char="•"/>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831850" algn="l" rtl="0">
              <a:spcBef>
                <a:spcPts val="1900"/>
              </a:spcBef>
              <a:spcAft>
                <a:spcPts val="0"/>
              </a:spcAft>
              <a:buClr>
                <a:schemeClr val="dk1"/>
              </a:buClr>
              <a:buSzPts val="9500"/>
              <a:buFont typeface="Arial" panose="020B0604020202020204"/>
              <a:buChar char="•"/>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831850" algn="l" rtl="0">
              <a:spcBef>
                <a:spcPts val="1900"/>
              </a:spcBef>
              <a:spcAft>
                <a:spcPts val="0"/>
              </a:spcAft>
              <a:buClr>
                <a:schemeClr val="dk1"/>
              </a:buClr>
              <a:buSzPts val="9500"/>
              <a:buFont typeface="Arial" panose="020B0604020202020204"/>
              <a:buChar char="•"/>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1" name="Google Shape;71;p11"/>
          <p:cNvSpPr txBox="1">
            <a:spLocks noGrp="1"/>
          </p:cNvSpPr>
          <p:nvPr>
            <p:ph type="dt" idx="10"/>
          </p:nvPr>
        </p:nvSpPr>
        <p:spPr>
          <a:xfrm>
            <a:off x="1620203" y="40045009"/>
            <a:ext cx="7560945" cy="2300288"/>
          </a:xfrm>
          <a:prstGeom prst="rect">
            <a:avLst/>
          </a:prstGeom>
          <a:noFill/>
          <a:ln>
            <a:noFill/>
          </a:ln>
        </p:spPr>
        <p:txBody>
          <a:bodyPr spcFirstLastPara="1" wrap="square" lIns="432050" tIns="216025" rIns="432050" bIns="216025" anchor="ctr" anchorCtr="0"/>
          <a:lstStyle>
            <a:lvl1pPr marR="0" lvl="0" algn="l" rtl="0">
              <a:spcBef>
                <a:spcPts val="0"/>
              </a:spcBef>
              <a:spcAft>
                <a:spcPts val="0"/>
              </a:spcAft>
              <a:buSzPts val="1400"/>
              <a:buNone/>
              <a:defRPr sz="5700">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2" name="Google Shape;72;p11"/>
          <p:cNvSpPr txBox="1">
            <a:spLocks noGrp="1"/>
          </p:cNvSpPr>
          <p:nvPr>
            <p:ph type="ftr" idx="11"/>
          </p:nvPr>
        </p:nvSpPr>
        <p:spPr>
          <a:xfrm>
            <a:off x="11071384" y="40045009"/>
            <a:ext cx="10261283" cy="2300288"/>
          </a:xfrm>
          <a:prstGeom prst="rect">
            <a:avLst/>
          </a:prstGeom>
          <a:noFill/>
          <a:ln>
            <a:noFill/>
          </a:ln>
        </p:spPr>
        <p:txBody>
          <a:bodyPr spcFirstLastPara="1" wrap="square" lIns="432050" tIns="216025" rIns="432050" bIns="216025" anchor="ctr" anchorCtr="0"/>
          <a:lstStyle>
            <a:lvl1pPr marR="0" lvl="0" algn="ctr" rtl="0">
              <a:spcBef>
                <a:spcPts val="0"/>
              </a:spcBef>
              <a:spcAft>
                <a:spcPts val="0"/>
              </a:spcAft>
              <a:buSzPts val="1400"/>
              <a:buNone/>
              <a:defRPr sz="5700">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3" name="Google Shape;73;p11"/>
          <p:cNvSpPr txBox="1">
            <a:spLocks noGrp="1"/>
          </p:cNvSpPr>
          <p:nvPr>
            <p:ph type="sldNum" idx="12"/>
          </p:nvPr>
        </p:nvSpPr>
        <p:spPr>
          <a:xfrm>
            <a:off x="23222903" y="40045009"/>
            <a:ext cx="7560945" cy="2300288"/>
          </a:xfrm>
          <a:prstGeom prst="rect">
            <a:avLst/>
          </a:prstGeom>
          <a:noFill/>
          <a:ln>
            <a:noFill/>
          </a:ln>
        </p:spPr>
        <p:txBody>
          <a:bodyPr spcFirstLastPara="1" wrap="square" lIns="432050" tIns="216025" rIns="432050" bIns="216025" anchor="ctr" anchorCtr="0">
            <a:noAutofit/>
          </a:bodyPr>
          <a:lstStyle>
            <a:lvl1pPr marL="0" marR="0" lvl="0"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pt-BR"/>
              <a:t>‹nº›</a:t>
            </a:fld>
            <a:endParaRPr lang="pt-B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e texto verticais"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8706088" y="16517070"/>
            <a:ext cx="36864607" cy="7290911"/>
          </a:xfrm>
          <a:prstGeom prst="rect">
            <a:avLst/>
          </a:prstGeom>
          <a:noFill/>
          <a:ln>
            <a:noFill/>
          </a:ln>
        </p:spPr>
        <p:txBody>
          <a:bodyPr spcFirstLastPara="1" wrap="square" lIns="432050" tIns="216025" rIns="432050" bIns="216025" anchor="ctr" anchorCtr="0"/>
          <a:lstStyle>
            <a:lvl1pPr marR="0" lvl="0" algn="ctr" rtl="0">
              <a:spcBef>
                <a:spcPts val="0"/>
              </a:spcBef>
              <a:spcAft>
                <a:spcPts val="0"/>
              </a:spcAft>
              <a:buClr>
                <a:schemeClr val="dk1"/>
              </a:buClr>
              <a:buSzPts val="20800"/>
              <a:buFont typeface="Calibri" panose="020F0502020204030204"/>
              <a:buNone/>
              <a:defRPr sz="20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6" name="Google Shape;76;p12"/>
          <p:cNvSpPr txBox="1">
            <a:spLocks noGrp="1"/>
          </p:cNvSpPr>
          <p:nvPr>
            <p:ph type="body" idx="1"/>
          </p:nvPr>
        </p:nvSpPr>
        <p:spPr>
          <a:xfrm rot="5400000">
            <a:off x="-6145767" y="9496193"/>
            <a:ext cx="36864607" cy="21332665"/>
          </a:xfrm>
          <a:prstGeom prst="rect">
            <a:avLst/>
          </a:prstGeom>
          <a:noFill/>
          <a:ln>
            <a:noFill/>
          </a:ln>
        </p:spPr>
        <p:txBody>
          <a:bodyPr spcFirstLastPara="1" wrap="square" lIns="432050" tIns="216025" rIns="432050" bIns="216025" anchor="t" anchorCtr="0"/>
          <a:lstStyle>
            <a:lvl1pPr marL="457200" marR="0" lvl="0" indent="-1187450" algn="l" rtl="0">
              <a:spcBef>
                <a:spcPts val="3020"/>
              </a:spcBef>
              <a:spcAft>
                <a:spcPts val="0"/>
              </a:spcAft>
              <a:buClr>
                <a:schemeClr val="dk1"/>
              </a:buClr>
              <a:buSzPts val="15100"/>
              <a:buFont typeface="Arial" panose="020B0604020202020204"/>
              <a:buChar char="•"/>
              <a:defRPr sz="151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1066800" algn="l" rtl="0">
              <a:spcBef>
                <a:spcPts val="2640"/>
              </a:spcBef>
              <a:spcAft>
                <a:spcPts val="0"/>
              </a:spcAft>
              <a:buClr>
                <a:schemeClr val="dk1"/>
              </a:buClr>
              <a:buSzPts val="13200"/>
              <a:buFont typeface="Arial" panose="020B0604020202020204"/>
              <a:buChar char="–"/>
              <a:defRPr sz="1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946150" algn="l" rtl="0">
              <a:spcBef>
                <a:spcPts val="2260"/>
              </a:spcBef>
              <a:spcAft>
                <a:spcPts val="0"/>
              </a:spcAft>
              <a:buClr>
                <a:schemeClr val="dk1"/>
              </a:buClr>
              <a:buSzPts val="11300"/>
              <a:buFont typeface="Arial" panose="020B0604020202020204"/>
              <a:buChar char="•"/>
              <a:defRPr sz="11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831850" algn="l" rtl="0">
              <a:spcBef>
                <a:spcPts val="1900"/>
              </a:spcBef>
              <a:spcAft>
                <a:spcPts val="0"/>
              </a:spcAft>
              <a:buClr>
                <a:schemeClr val="dk1"/>
              </a:buClr>
              <a:buSzPts val="9500"/>
              <a:buFont typeface="Arial" panose="020B0604020202020204"/>
              <a:buChar char="–"/>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831850" algn="l" rtl="0">
              <a:spcBef>
                <a:spcPts val="1900"/>
              </a:spcBef>
              <a:spcAft>
                <a:spcPts val="0"/>
              </a:spcAft>
              <a:buClr>
                <a:schemeClr val="dk1"/>
              </a:buClr>
              <a:buSzPts val="9500"/>
              <a:buFont typeface="Arial" panose="020B0604020202020204"/>
              <a:buChar char="»"/>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831850" algn="l" rtl="0">
              <a:spcBef>
                <a:spcPts val="1900"/>
              </a:spcBef>
              <a:spcAft>
                <a:spcPts val="0"/>
              </a:spcAft>
              <a:buClr>
                <a:schemeClr val="dk1"/>
              </a:buClr>
              <a:buSzPts val="9500"/>
              <a:buFont typeface="Arial" panose="020B0604020202020204"/>
              <a:buChar char="•"/>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831850" algn="l" rtl="0">
              <a:spcBef>
                <a:spcPts val="1900"/>
              </a:spcBef>
              <a:spcAft>
                <a:spcPts val="0"/>
              </a:spcAft>
              <a:buClr>
                <a:schemeClr val="dk1"/>
              </a:buClr>
              <a:buSzPts val="9500"/>
              <a:buFont typeface="Arial" panose="020B0604020202020204"/>
              <a:buChar char="•"/>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831850" algn="l" rtl="0">
              <a:spcBef>
                <a:spcPts val="1900"/>
              </a:spcBef>
              <a:spcAft>
                <a:spcPts val="0"/>
              </a:spcAft>
              <a:buClr>
                <a:schemeClr val="dk1"/>
              </a:buClr>
              <a:buSzPts val="9500"/>
              <a:buFont typeface="Arial" panose="020B0604020202020204"/>
              <a:buChar char="•"/>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831850" algn="l" rtl="0">
              <a:spcBef>
                <a:spcPts val="1900"/>
              </a:spcBef>
              <a:spcAft>
                <a:spcPts val="0"/>
              </a:spcAft>
              <a:buClr>
                <a:schemeClr val="dk1"/>
              </a:buClr>
              <a:buSzPts val="9500"/>
              <a:buFont typeface="Arial" panose="020B0604020202020204"/>
              <a:buChar char="•"/>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7" name="Google Shape;77;p12"/>
          <p:cNvSpPr txBox="1">
            <a:spLocks noGrp="1"/>
          </p:cNvSpPr>
          <p:nvPr>
            <p:ph type="dt" idx="10"/>
          </p:nvPr>
        </p:nvSpPr>
        <p:spPr>
          <a:xfrm>
            <a:off x="1620203" y="40045009"/>
            <a:ext cx="7560945" cy="2300288"/>
          </a:xfrm>
          <a:prstGeom prst="rect">
            <a:avLst/>
          </a:prstGeom>
          <a:noFill/>
          <a:ln>
            <a:noFill/>
          </a:ln>
        </p:spPr>
        <p:txBody>
          <a:bodyPr spcFirstLastPara="1" wrap="square" lIns="432050" tIns="216025" rIns="432050" bIns="216025" anchor="ctr" anchorCtr="0"/>
          <a:lstStyle>
            <a:lvl1pPr marR="0" lvl="0" algn="l" rtl="0">
              <a:spcBef>
                <a:spcPts val="0"/>
              </a:spcBef>
              <a:spcAft>
                <a:spcPts val="0"/>
              </a:spcAft>
              <a:buSzPts val="1400"/>
              <a:buNone/>
              <a:defRPr sz="5700">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8" name="Google Shape;78;p12"/>
          <p:cNvSpPr txBox="1">
            <a:spLocks noGrp="1"/>
          </p:cNvSpPr>
          <p:nvPr>
            <p:ph type="ftr" idx="11"/>
          </p:nvPr>
        </p:nvSpPr>
        <p:spPr>
          <a:xfrm>
            <a:off x="11071384" y="40045009"/>
            <a:ext cx="10261283" cy="2300288"/>
          </a:xfrm>
          <a:prstGeom prst="rect">
            <a:avLst/>
          </a:prstGeom>
          <a:noFill/>
          <a:ln>
            <a:noFill/>
          </a:ln>
        </p:spPr>
        <p:txBody>
          <a:bodyPr spcFirstLastPara="1" wrap="square" lIns="432050" tIns="216025" rIns="432050" bIns="216025" anchor="ctr" anchorCtr="0"/>
          <a:lstStyle>
            <a:lvl1pPr marR="0" lvl="0" algn="ctr" rtl="0">
              <a:spcBef>
                <a:spcPts val="0"/>
              </a:spcBef>
              <a:spcAft>
                <a:spcPts val="0"/>
              </a:spcAft>
              <a:buSzPts val="1400"/>
              <a:buNone/>
              <a:defRPr sz="5700">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9" name="Google Shape;79;p12"/>
          <p:cNvSpPr txBox="1">
            <a:spLocks noGrp="1"/>
          </p:cNvSpPr>
          <p:nvPr>
            <p:ph type="sldNum" idx="12"/>
          </p:nvPr>
        </p:nvSpPr>
        <p:spPr>
          <a:xfrm>
            <a:off x="23222903" y="40045009"/>
            <a:ext cx="7560945" cy="2300288"/>
          </a:xfrm>
          <a:prstGeom prst="rect">
            <a:avLst/>
          </a:prstGeom>
          <a:noFill/>
          <a:ln>
            <a:noFill/>
          </a:ln>
        </p:spPr>
        <p:txBody>
          <a:bodyPr spcFirstLastPara="1" wrap="square" lIns="432050" tIns="216025" rIns="432050" bIns="216025" anchor="ctr" anchorCtr="0">
            <a:noAutofit/>
          </a:bodyPr>
          <a:lstStyle>
            <a:lvl1pPr marL="0" marR="0" lvl="0"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5700">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pt-BR"/>
              <a:t>‹nº›</a:t>
            </a:fld>
            <a:endParaRPr lang="pt-B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1620203" y="1730219"/>
            <a:ext cx="29163646" cy="7200900"/>
          </a:xfrm>
          <a:prstGeom prst="rect">
            <a:avLst/>
          </a:prstGeom>
          <a:noFill/>
          <a:ln>
            <a:noFill/>
          </a:ln>
        </p:spPr>
        <p:txBody>
          <a:bodyPr spcFirstLastPara="1" wrap="square" lIns="432050" tIns="216025" rIns="432050" bIns="216025" anchor="ctr" anchorCtr="0"/>
          <a:lstStyle>
            <a:lvl1pPr marR="0" lvl="0" algn="ctr" rtl="0">
              <a:spcBef>
                <a:spcPts val="0"/>
              </a:spcBef>
              <a:spcAft>
                <a:spcPts val="0"/>
              </a:spcAft>
              <a:buClr>
                <a:schemeClr val="dk1"/>
              </a:buClr>
              <a:buSzPts val="20800"/>
              <a:buFont typeface="Calibri" panose="020F0502020204030204"/>
              <a:buNone/>
              <a:defRPr sz="20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1620203" y="10081263"/>
            <a:ext cx="29163646" cy="28513567"/>
          </a:xfrm>
          <a:prstGeom prst="rect">
            <a:avLst/>
          </a:prstGeom>
          <a:noFill/>
          <a:ln>
            <a:noFill/>
          </a:ln>
        </p:spPr>
        <p:txBody>
          <a:bodyPr spcFirstLastPara="1" wrap="square" lIns="432050" tIns="216025" rIns="432050" bIns="216025" anchor="t" anchorCtr="0"/>
          <a:lstStyle>
            <a:lvl1pPr marL="457200" marR="0" lvl="0" indent="-1187450" algn="l" rtl="0">
              <a:spcBef>
                <a:spcPts val="3020"/>
              </a:spcBef>
              <a:spcAft>
                <a:spcPts val="0"/>
              </a:spcAft>
              <a:buClr>
                <a:schemeClr val="dk1"/>
              </a:buClr>
              <a:buSzPts val="15100"/>
              <a:buFont typeface="Arial" panose="020B0604020202020204"/>
              <a:buChar char="•"/>
              <a:defRPr sz="151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1066800" algn="l" rtl="0">
              <a:spcBef>
                <a:spcPts val="2640"/>
              </a:spcBef>
              <a:spcAft>
                <a:spcPts val="0"/>
              </a:spcAft>
              <a:buClr>
                <a:schemeClr val="dk1"/>
              </a:buClr>
              <a:buSzPts val="13200"/>
              <a:buFont typeface="Arial" panose="020B0604020202020204"/>
              <a:buChar char="–"/>
              <a:defRPr sz="1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946150" algn="l" rtl="0">
              <a:spcBef>
                <a:spcPts val="2260"/>
              </a:spcBef>
              <a:spcAft>
                <a:spcPts val="0"/>
              </a:spcAft>
              <a:buClr>
                <a:schemeClr val="dk1"/>
              </a:buClr>
              <a:buSzPts val="11300"/>
              <a:buFont typeface="Arial" panose="020B0604020202020204"/>
              <a:buChar char="•"/>
              <a:defRPr sz="11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831850" algn="l" rtl="0">
              <a:spcBef>
                <a:spcPts val="1900"/>
              </a:spcBef>
              <a:spcAft>
                <a:spcPts val="0"/>
              </a:spcAft>
              <a:buClr>
                <a:schemeClr val="dk1"/>
              </a:buClr>
              <a:buSzPts val="9500"/>
              <a:buFont typeface="Arial" panose="020B0604020202020204"/>
              <a:buChar char="–"/>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831850" algn="l" rtl="0">
              <a:spcBef>
                <a:spcPts val="1900"/>
              </a:spcBef>
              <a:spcAft>
                <a:spcPts val="0"/>
              </a:spcAft>
              <a:buClr>
                <a:schemeClr val="dk1"/>
              </a:buClr>
              <a:buSzPts val="9500"/>
              <a:buFont typeface="Arial" panose="020B0604020202020204"/>
              <a:buChar char="»"/>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831850" algn="l" rtl="0">
              <a:spcBef>
                <a:spcPts val="1900"/>
              </a:spcBef>
              <a:spcAft>
                <a:spcPts val="0"/>
              </a:spcAft>
              <a:buClr>
                <a:schemeClr val="dk1"/>
              </a:buClr>
              <a:buSzPts val="9500"/>
              <a:buFont typeface="Arial" panose="020B0604020202020204"/>
              <a:buChar char="•"/>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831850" algn="l" rtl="0">
              <a:spcBef>
                <a:spcPts val="1900"/>
              </a:spcBef>
              <a:spcAft>
                <a:spcPts val="0"/>
              </a:spcAft>
              <a:buClr>
                <a:schemeClr val="dk1"/>
              </a:buClr>
              <a:buSzPts val="9500"/>
              <a:buFont typeface="Arial" panose="020B0604020202020204"/>
              <a:buChar char="•"/>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831850" algn="l" rtl="0">
              <a:spcBef>
                <a:spcPts val="1900"/>
              </a:spcBef>
              <a:spcAft>
                <a:spcPts val="0"/>
              </a:spcAft>
              <a:buClr>
                <a:schemeClr val="dk1"/>
              </a:buClr>
              <a:buSzPts val="9500"/>
              <a:buFont typeface="Arial" panose="020B0604020202020204"/>
              <a:buChar char="•"/>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831850" algn="l" rtl="0">
              <a:spcBef>
                <a:spcPts val="1900"/>
              </a:spcBef>
              <a:spcAft>
                <a:spcPts val="0"/>
              </a:spcAft>
              <a:buClr>
                <a:schemeClr val="dk1"/>
              </a:buClr>
              <a:buSzPts val="9500"/>
              <a:buFont typeface="Arial" panose="020B0604020202020204"/>
              <a:buChar char="•"/>
              <a:defRPr sz="9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2" name="Google Shape;12;p1"/>
          <p:cNvSpPr txBox="1">
            <a:spLocks noGrp="1"/>
          </p:cNvSpPr>
          <p:nvPr>
            <p:ph type="dt" idx="10"/>
          </p:nvPr>
        </p:nvSpPr>
        <p:spPr>
          <a:xfrm>
            <a:off x="1620203" y="40045009"/>
            <a:ext cx="7560945" cy="2300288"/>
          </a:xfrm>
          <a:prstGeom prst="rect">
            <a:avLst/>
          </a:prstGeom>
          <a:noFill/>
          <a:ln>
            <a:noFill/>
          </a:ln>
        </p:spPr>
        <p:txBody>
          <a:bodyPr spcFirstLastPara="1" wrap="square" lIns="432050" tIns="216025" rIns="432050" bIns="216025" anchor="ctr" anchorCtr="0"/>
          <a:lstStyle>
            <a:lvl1pPr marR="0" lvl="0" algn="l" rtl="0">
              <a:spcBef>
                <a:spcPts val="0"/>
              </a:spcBef>
              <a:spcAft>
                <a:spcPts val="0"/>
              </a:spcAft>
              <a:buSzPts val="1400"/>
              <a:buNone/>
              <a:defRPr sz="57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3" name="Google Shape;13;p1"/>
          <p:cNvSpPr txBox="1">
            <a:spLocks noGrp="1"/>
          </p:cNvSpPr>
          <p:nvPr>
            <p:ph type="ftr" idx="11"/>
          </p:nvPr>
        </p:nvSpPr>
        <p:spPr>
          <a:xfrm>
            <a:off x="11071384" y="40045009"/>
            <a:ext cx="10261283" cy="2300288"/>
          </a:xfrm>
          <a:prstGeom prst="rect">
            <a:avLst/>
          </a:prstGeom>
          <a:noFill/>
          <a:ln>
            <a:noFill/>
          </a:ln>
        </p:spPr>
        <p:txBody>
          <a:bodyPr spcFirstLastPara="1" wrap="square" lIns="432050" tIns="216025" rIns="432050" bIns="216025" anchor="ctr" anchorCtr="0"/>
          <a:lstStyle>
            <a:lvl1pPr marR="0" lvl="0" algn="ctr" rtl="0">
              <a:spcBef>
                <a:spcPts val="0"/>
              </a:spcBef>
              <a:spcAft>
                <a:spcPts val="0"/>
              </a:spcAft>
              <a:buSzPts val="1400"/>
              <a:buNone/>
              <a:defRPr sz="57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85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4" name="Google Shape;14;p1"/>
          <p:cNvSpPr txBox="1">
            <a:spLocks noGrp="1"/>
          </p:cNvSpPr>
          <p:nvPr>
            <p:ph type="sldNum" idx="12"/>
          </p:nvPr>
        </p:nvSpPr>
        <p:spPr>
          <a:xfrm>
            <a:off x="23222903" y="40045009"/>
            <a:ext cx="7560945" cy="2300288"/>
          </a:xfrm>
          <a:prstGeom prst="rect">
            <a:avLst/>
          </a:prstGeom>
          <a:noFill/>
          <a:ln>
            <a:noFill/>
          </a:ln>
        </p:spPr>
        <p:txBody>
          <a:bodyPr spcFirstLastPara="1" wrap="square" lIns="432050" tIns="216025" rIns="432050" bIns="216025" anchor="ctr" anchorCtr="0">
            <a:noAutofit/>
          </a:bodyPr>
          <a:lstStyle>
            <a:lvl1pPr marL="0" marR="0" lvl="0" indent="0" algn="r" rtl="0">
              <a:spcBef>
                <a:spcPts val="0"/>
              </a:spcBef>
              <a:buNone/>
              <a:defRPr sz="57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57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57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57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57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57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57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57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57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pt-BR"/>
              <a:t>‹nº›</a:t>
            </a:fld>
            <a:endParaRPr lang="pt-B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3"/>
          <p:cNvSpPr/>
          <p:nvPr/>
        </p:nvSpPr>
        <p:spPr>
          <a:xfrm>
            <a:off x="0" y="-71708"/>
            <a:ext cx="32404049" cy="6526894"/>
          </a:xfrm>
          <a:prstGeom prst="rect">
            <a:avLst/>
          </a:prstGeom>
          <a:gradFill>
            <a:gsLst>
              <a:gs pos="0">
                <a:srgbClr val="284971"/>
              </a:gs>
              <a:gs pos="50000">
                <a:srgbClr val="3B6AA4"/>
              </a:gs>
              <a:gs pos="100000">
                <a:srgbClr val="4680C5"/>
              </a:gs>
            </a:gsLst>
            <a:lin ang="81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5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86" name="Google Shape;86;p13"/>
          <p:cNvSpPr/>
          <p:nvPr/>
        </p:nvSpPr>
        <p:spPr>
          <a:xfrm>
            <a:off x="1519177" y="11783221"/>
            <a:ext cx="12717681" cy="2912301"/>
          </a:xfrm>
          <a:prstGeom prst="rect">
            <a:avLst/>
          </a:prstGeom>
          <a:solidFill>
            <a:schemeClr val="lt1"/>
          </a:solidFill>
          <a:ln w="25400" cap="flat" cmpd="sng">
            <a:solidFill>
              <a:schemeClr val="dk1"/>
            </a:solidFill>
            <a:prstDash val="dot"/>
            <a:round/>
            <a:headEnd type="none" w="sm" len="sm"/>
            <a:tailEnd type="none" w="sm" len="sm"/>
          </a:ln>
        </p:spPr>
        <p:txBody>
          <a:bodyPr spcFirstLastPara="1" wrap="square" lIns="91425" tIns="45700" rIns="91425" bIns="45700" anchor="ctr" anchorCtr="0">
            <a:noAutofit/>
          </a:bodyPr>
          <a:lstStyle/>
          <a:p>
            <a:r>
              <a:rPr lang="pt-BR" sz="3200" dirty="0"/>
              <a:t>O fenômeno "vibe </a:t>
            </a:r>
            <a:r>
              <a:rPr lang="pt-BR" sz="3200" dirty="0" err="1"/>
              <a:t>coding</a:t>
            </a:r>
            <a:r>
              <a:rPr lang="pt-BR" sz="3200" dirty="0"/>
              <a:t>" representa uma transformação radical na forma como software é desenvolvido na era contemporânea. Caracteriza-se fundamentalmente pelo desenvolvimento acelerado de aplicações com auxílio massivo de ferramentas de Inteligência Artificial generativa, incluindo GitHub </a:t>
            </a:r>
            <a:r>
              <a:rPr lang="pt-BR" sz="3200" dirty="0" err="1"/>
              <a:t>Copilot</a:t>
            </a:r>
            <a:r>
              <a:rPr lang="pt-BR" sz="3200" dirty="0"/>
              <a:t>, </a:t>
            </a:r>
            <a:r>
              <a:rPr lang="pt-BR" sz="3200" dirty="0" err="1"/>
              <a:t>ChatGPT</a:t>
            </a:r>
            <a:r>
              <a:rPr lang="pt-BR" sz="3200" dirty="0"/>
              <a:t> e Claude, priorizando sistematicamente a velocidade de entrega em detrimento de práticas consolidadas de engenharia de software. Esta abordagem, embora permita a materialização rápida de ideias e conceitos, especialmente em ambientes de startups e empresas de Software as a Service (SaaS), introduz riscos significativos e potencialmente catastróficos relacionados à qualidade, segurança e sustentabilidade do código produzido.</a:t>
            </a:r>
          </a:p>
          <a:p>
            <a:r>
              <a:rPr lang="pt-BR" sz="3200" dirty="0"/>
              <a:t>O conceito de dívida técnica, proposto inicialmente por Ward Cunningham em 1992, refere-se ao custo implícito de retrabalho causado pela escolha deliberada ou inadvertida de soluções rápidas e superficiais em vez de implementações mais robustas, bem fundamentadas e sustentáveis. No contexto específico do vibe </a:t>
            </a:r>
            <a:r>
              <a:rPr lang="pt-BR" sz="3200" dirty="0" err="1"/>
              <a:t>coding</a:t>
            </a:r>
            <a:r>
              <a:rPr lang="pt-BR" sz="3200" dirty="0"/>
              <a:t>, essa dívida manifesta-se de forma particularmente preocupante e insidiosa, pois desenvolvedores frequentemente incorporam código gerado por sistemas de IA sem compreensão profunda de suas implicações arquiteturais, de segurança ou de </a:t>
            </a:r>
            <a:r>
              <a:rPr lang="pt-BR" sz="3200" dirty="0" err="1"/>
              <a:t>manutenibilidade</a:t>
            </a:r>
            <a:r>
              <a:rPr lang="pt-BR" sz="3200" dirty="0"/>
              <a:t>, criando um passivo técnico que se acumula de forma acelerada e muitas vezes invisível.</a:t>
            </a:r>
          </a:p>
        </p:txBody>
      </p:sp>
      <p:sp>
        <p:nvSpPr>
          <p:cNvPr id="87" name="Google Shape;87;p13"/>
          <p:cNvSpPr txBox="1"/>
          <p:nvPr/>
        </p:nvSpPr>
        <p:spPr>
          <a:xfrm>
            <a:off x="216248" y="3685950"/>
            <a:ext cx="17409599" cy="188626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pt-BR" sz="4800" b="0" i="0" u="none" strike="noStrike" cap="none" dirty="0">
                <a:solidFill>
                  <a:schemeClr val="lt1"/>
                </a:solidFill>
                <a:latin typeface="Calibri" panose="020F0502020204030204"/>
                <a:ea typeface="Calibri" panose="020F0502020204030204"/>
                <a:cs typeface="Calibri" panose="020F0502020204030204"/>
                <a:sym typeface="Calibri" panose="020F0502020204030204"/>
              </a:rPr>
              <a:t>Disciplina: </a:t>
            </a:r>
            <a:r>
              <a:rPr lang="pt-BR" sz="4800" b="0" i="0" u="none" strike="noStrike" cap="none" dirty="0" smtClean="0">
                <a:solidFill>
                  <a:schemeClr val="lt1"/>
                </a:solidFill>
                <a:latin typeface="Calibri" panose="020F0502020204030204"/>
                <a:ea typeface="Calibri" panose="020F0502020204030204"/>
                <a:cs typeface="Calibri" panose="020F0502020204030204"/>
                <a:sym typeface="Calibri" panose="020F0502020204030204"/>
              </a:rPr>
              <a:t>Trabalho de Conclusão de Curso</a:t>
            </a:r>
            <a:endParaRPr lang="pt-BR" sz="4800" b="0" i="0" u="none" strike="noStrike" cap="none" dirty="0" smtClean="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pt-BR" sz="4800" b="0" i="0" u="none" strike="noStrike" cap="none" dirty="0" smtClean="0">
                <a:solidFill>
                  <a:schemeClr val="lt1"/>
                </a:solidFill>
                <a:latin typeface="Calibri" panose="020F0502020204030204"/>
                <a:ea typeface="Calibri" panose="020F0502020204030204"/>
                <a:cs typeface="Calibri" panose="020F0502020204030204"/>
                <a:sym typeface="Calibri" panose="020F0502020204030204"/>
              </a:rPr>
              <a:t>Aluno</a:t>
            </a:r>
            <a:r>
              <a:rPr lang="pt-BR" sz="4800" b="0" i="0" u="none" strike="noStrike" cap="none" dirty="0">
                <a:solidFill>
                  <a:schemeClr val="lt1"/>
                </a:solidFill>
                <a:latin typeface="Calibri" panose="020F0502020204030204"/>
                <a:ea typeface="Calibri" panose="020F0502020204030204"/>
                <a:cs typeface="Calibri" panose="020F0502020204030204"/>
                <a:sym typeface="Calibri" panose="020F0502020204030204"/>
              </a:rPr>
              <a:t>: </a:t>
            </a:r>
            <a:r>
              <a:rPr lang="pt-BR" sz="4800" b="0" i="0" u="none" strike="noStrike" cap="none" dirty="0" smtClean="0">
                <a:solidFill>
                  <a:schemeClr val="lt1"/>
                </a:solidFill>
                <a:latin typeface="Calibri" panose="020F0502020204030204"/>
                <a:ea typeface="Calibri" panose="020F0502020204030204"/>
                <a:cs typeface="Calibri" panose="020F0502020204030204"/>
                <a:sym typeface="Calibri" panose="020F0502020204030204"/>
              </a:rPr>
              <a:t>22259135-2 – Renan Geraldini Leão</a:t>
            </a:r>
            <a:endParaRPr sz="4800" dirty="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pt-BR" sz="4800" dirty="0">
                <a:solidFill>
                  <a:schemeClr val="lt1"/>
                </a:solidFill>
                <a:latin typeface="Calibri" panose="020F0502020204030204"/>
                <a:ea typeface="Calibri" panose="020F0502020204030204"/>
                <a:cs typeface="Calibri" panose="020F0502020204030204"/>
                <a:sym typeface="Calibri" panose="020F0502020204030204"/>
              </a:rPr>
              <a:t>Orientador: </a:t>
            </a:r>
            <a:r>
              <a:rPr lang="pt-BR" sz="4800" dirty="0" smtClean="0">
                <a:solidFill>
                  <a:schemeClr val="lt1"/>
                </a:solidFill>
                <a:latin typeface="Calibri" panose="020F0502020204030204"/>
                <a:ea typeface="Calibri" panose="020F0502020204030204"/>
                <a:cs typeface="Calibri" panose="020F0502020204030204"/>
                <a:sym typeface="Calibri" panose="020F0502020204030204"/>
              </a:rPr>
              <a:t>João Paulo </a:t>
            </a:r>
            <a:r>
              <a:rPr lang="pt-BR" sz="4800" dirty="0" err="1" smtClean="0">
                <a:solidFill>
                  <a:schemeClr val="lt1"/>
                </a:solidFill>
                <a:latin typeface="Calibri" panose="020F0502020204030204"/>
                <a:ea typeface="Calibri" panose="020F0502020204030204"/>
                <a:cs typeface="Calibri" panose="020F0502020204030204"/>
                <a:sym typeface="Calibri" panose="020F0502020204030204"/>
              </a:rPr>
              <a:t>Biazotto</a:t>
            </a:r>
            <a:endParaRPr sz="4800" dirty="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89" name="Google Shape;89;p13"/>
          <p:cNvSpPr txBox="1"/>
          <p:nvPr/>
        </p:nvSpPr>
        <p:spPr>
          <a:xfrm>
            <a:off x="17097938" y="7658767"/>
            <a:ext cx="12717681" cy="7325443"/>
          </a:xfrm>
          <a:prstGeom prst="rect">
            <a:avLst/>
          </a:prstGeom>
          <a:noFill/>
          <a:ln>
            <a:noFill/>
          </a:ln>
        </p:spPr>
        <p:txBody>
          <a:bodyPr spcFirstLastPara="1" wrap="square" lIns="91425" tIns="45700" rIns="91425" bIns="45700" anchor="t" anchorCtr="0">
            <a:noAutofit/>
          </a:bodyPr>
          <a:lstStyle/>
          <a:p>
            <a:r>
              <a:rPr lang="pt-BR" sz="3200" dirty="0" smtClean="0"/>
              <a:t>Identificou-se </a:t>
            </a:r>
            <a:r>
              <a:rPr lang="pt-BR" sz="3200" dirty="0"/>
              <a:t>que todos os 5 profissionais entrevistados utilizam IA generativa diariamente, principalmente </a:t>
            </a:r>
            <a:r>
              <a:rPr lang="pt-BR" sz="3200" dirty="0" err="1"/>
              <a:t>ChatGPT</a:t>
            </a:r>
            <a:r>
              <a:rPr lang="pt-BR" sz="3200" dirty="0"/>
              <a:t> e GitHub </a:t>
            </a:r>
            <a:r>
              <a:rPr lang="pt-BR" sz="3200" dirty="0" err="1"/>
              <a:t>Copilot</a:t>
            </a:r>
            <a:r>
              <a:rPr lang="pt-BR" sz="3200" dirty="0"/>
              <a:t>, com impacto direto na velocidade de entrega. O uso mais comum ocorre para geração de </a:t>
            </a:r>
            <a:r>
              <a:rPr lang="pt-BR" sz="3200" dirty="0" err="1"/>
              <a:t>boilerplate</a:t>
            </a:r>
            <a:r>
              <a:rPr lang="pt-BR" sz="3200" dirty="0"/>
              <a:t>, implementação rápida de funcionalidades conhecidas e compreensão de bibliotecas, mas frequentemente cria dependência e sensação artificial de domínio técnico. Embora todos percebam ganho expressivo de produtividade, esse ganho vem acompanhado de acúmulo de dívidas técnicas, especialmente quando o código gerado não é revisado de forma rigorosa — algo relatado pela maioria dos participantes. Os achados mostram que práticas como revisão superficial, confiança excessiva em respostas da IA e adoção acelerada de soluções prontas contribuem para introdução recorrente de bugs, inconsistências arquiteturais e fragilidades de segurança. Também foi identificado o fenômeno do “ciclo de validação falso”, em que testes gerados pela própria IA mascaram defeitos por meio de falsos positivos, criando sensação enganosa de qualidade. As evidências foram reforçadas pela triangulação com documentos públicos e com o estudo de caso analisado, revelando padrões similares de falhas técnicas. Em conjunto, os resultados indicam que o desenvolvimento acelerado com IA eleva a produtividade imediata, mas amplia riscos de qualidade e segurança quando não acompanhado de práticas de mitigação estruturadas.</a:t>
            </a:r>
            <a:endParaRPr lang="pt-BR" sz="3200" dirty="0">
              <a:latin typeface="+mn-lt"/>
              <a:cs typeface="Calibri" panose="020F0502020204030204" pitchFamily="34" charset="0"/>
            </a:endParaRPr>
          </a:p>
        </p:txBody>
      </p:sp>
      <p:sp>
        <p:nvSpPr>
          <p:cNvPr id="98" name="Google Shape;98;p13"/>
          <p:cNvSpPr/>
          <p:nvPr/>
        </p:nvSpPr>
        <p:spPr>
          <a:xfrm>
            <a:off x="216249" y="269629"/>
            <a:ext cx="20342372" cy="3416320"/>
          </a:xfrm>
          <a:prstGeom prst="rect">
            <a:avLst/>
          </a:prstGeom>
          <a:noFill/>
          <a:ln>
            <a:noFill/>
          </a:ln>
        </p:spPr>
        <p:txBody>
          <a:bodyPr spcFirstLastPara="1" wrap="square" lIns="91425" tIns="45700" rIns="91425" bIns="45700" anchor="t" anchorCtr="0">
            <a:noAutofit/>
          </a:bodyPr>
          <a:lstStyle/>
          <a:p>
            <a:pPr lvl="0"/>
            <a:r>
              <a:rPr lang="pt-BR" sz="5400" b="1" cap="small" dirty="0">
                <a:solidFill>
                  <a:schemeClr val="lt1"/>
                </a:solidFill>
              </a:rPr>
              <a:t>Vibe </a:t>
            </a:r>
            <a:r>
              <a:rPr lang="pt-BR" sz="5400" b="1" cap="small" dirty="0" err="1">
                <a:solidFill>
                  <a:schemeClr val="lt1"/>
                </a:solidFill>
              </a:rPr>
              <a:t>Coding</a:t>
            </a:r>
            <a:r>
              <a:rPr lang="pt-BR" sz="5400" b="1" cap="small" dirty="0">
                <a:solidFill>
                  <a:schemeClr val="lt1"/>
                </a:solidFill>
              </a:rPr>
              <a:t> e Dívida Técnica: Análise dos Impactos do Desenvolvimento Assistido por IA</a:t>
            </a:r>
            <a:endParaRPr sz="5400" dirty="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99" name="Google Shape;99;p13"/>
          <p:cNvSpPr/>
          <p:nvPr/>
        </p:nvSpPr>
        <p:spPr>
          <a:xfrm>
            <a:off x="1514121" y="20172658"/>
            <a:ext cx="13979147" cy="11910953"/>
          </a:xfrm>
          <a:prstGeom prst="rect">
            <a:avLst/>
          </a:prstGeom>
          <a:noFill/>
          <a:ln>
            <a:noFill/>
          </a:ln>
        </p:spPr>
        <p:txBody>
          <a:bodyPr spcFirstLastPara="1" wrap="square" lIns="91425" tIns="45700" rIns="91425" bIns="45700" anchor="t" anchorCtr="0">
            <a:noAutofit/>
          </a:bodyPr>
          <a:lstStyle/>
          <a:p>
            <a:r>
              <a:rPr lang="pt-BR" sz="3200" dirty="0"/>
              <a:t>Investigar como a prática de </a:t>
            </a:r>
            <a:r>
              <a:rPr lang="pt-BR" sz="3200" i="1" dirty="0"/>
              <a:t>vibe </a:t>
            </a:r>
            <a:r>
              <a:rPr lang="pt-BR" sz="3200" i="1" dirty="0" err="1"/>
              <a:t>coding</a:t>
            </a:r>
            <a:r>
              <a:rPr lang="pt-BR" sz="3200" dirty="0"/>
              <a:t> (desenvolvimento acelerado assistido por IA) contribui para o acúmulo de dívidas técnicas e seus impactos na qualidade, segurança e sustentabilidade de software.</a:t>
            </a:r>
          </a:p>
          <a:p>
            <a:r>
              <a:rPr lang="pt-BR" sz="3200" b="1" dirty="0"/>
              <a:t>Objetivos específicos</a:t>
            </a:r>
            <a:endParaRPr lang="pt-BR" sz="3200" dirty="0"/>
          </a:p>
          <a:p>
            <a:r>
              <a:rPr lang="pt-BR" sz="3200" b="1" dirty="0"/>
              <a:t>Caracterizar o vibe </a:t>
            </a:r>
            <a:r>
              <a:rPr lang="pt-BR" sz="3200" b="1" dirty="0" err="1"/>
              <a:t>coding</a:t>
            </a:r>
            <a:r>
              <a:rPr lang="pt-BR" sz="3200" dirty="0"/>
              <a:t> — mapear práticas, motivações e ferramentas de IA usadas, e mensurar impacto percebido em produtividade e qualidade.</a:t>
            </a:r>
          </a:p>
          <a:p>
            <a:r>
              <a:rPr lang="pt-BR" sz="3200" b="1" dirty="0"/>
              <a:t>Classificar dívidas técnicas</a:t>
            </a:r>
            <a:r>
              <a:rPr lang="pt-BR" sz="3200" dirty="0"/>
              <a:t> — aplicar a taxonomia de Alves et al. (2016) para identificar e quantificar categorias de dívida mais comuns em projetos assistidos por IA versus tradicionais.</a:t>
            </a:r>
          </a:p>
          <a:p>
            <a:r>
              <a:rPr lang="pt-BR" sz="3200" b="1" dirty="0"/>
              <a:t>Analisar vulnerabilidades recorrentes</a:t>
            </a:r>
            <a:r>
              <a:rPr lang="pt-BR" sz="3200" dirty="0"/>
              <a:t> — identificar padrões e causas raiz de falhas de segurança em código gerado por IA e dificuldades na sua detecção em revisões.</a:t>
            </a:r>
          </a:p>
          <a:p>
            <a:r>
              <a:rPr lang="pt-BR" sz="3200" b="1" dirty="0"/>
              <a:t>Documentar o “Ciclo de Validação Falso”</a:t>
            </a:r>
            <a:r>
              <a:rPr lang="pt-BR" sz="3200" dirty="0"/>
              <a:t> — caracterizar como testes automatizados gerados por IA geram falsos positivos e ocultam defeitos; medir frequência e impacto.</a:t>
            </a:r>
          </a:p>
          <a:p>
            <a:r>
              <a:rPr lang="pt-BR" sz="3200" b="1" dirty="0"/>
              <a:t>Propor um framework de mitigação</a:t>
            </a:r>
            <a:r>
              <a:rPr lang="pt-BR" sz="3200" dirty="0"/>
              <a:t> — definir diretrizes práticas em três níveis (individual, equipe, organização) para equilibrar produtividade e qualidade a longo prazo.</a:t>
            </a:r>
          </a:p>
          <a:p>
            <a:r>
              <a:rPr lang="pt-BR" sz="3200" b="1" dirty="0"/>
              <a:t>Avaliar percepções profissionais</a:t>
            </a:r>
            <a:r>
              <a:rPr lang="pt-BR" sz="3200" dirty="0"/>
              <a:t> — investigar níveis de consciência sobre riscos/benefícios e práticas informais de mitigação adotadas por desenvolvedores e equipes.</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91585" y="1674874"/>
            <a:ext cx="6348362" cy="32356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40031" y="39757975"/>
            <a:ext cx="4539785" cy="23138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0230" y="40180883"/>
            <a:ext cx="18750222" cy="12707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1" name="Google Shape;86;p13"/>
          <p:cNvSpPr/>
          <p:nvPr/>
        </p:nvSpPr>
        <p:spPr>
          <a:xfrm>
            <a:off x="1519177" y="32172098"/>
            <a:ext cx="12727794" cy="5532286"/>
          </a:xfrm>
          <a:prstGeom prst="rect">
            <a:avLst/>
          </a:prstGeom>
          <a:solidFill>
            <a:schemeClr val="lt1"/>
          </a:solidFill>
          <a:ln w="25400" cap="flat" cmpd="sng">
            <a:solidFill>
              <a:schemeClr val="dk1"/>
            </a:solidFill>
            <a:prstDash val="dot"/>
            <a:round/>
            <a:headEnd type="none" w="sm" len="sm"/>
            <a:tailEnd type="none" w="sm" len="sm"/>
          </a:ln>
        </p:spPr>
        <p:txBody>
          <a:bodyPr spcFirstLastPara="1" wrap="square" lIns="91425" tIns="45700" rIns="91425" bIns="45700" anchor="ctr" anchorCtr="0">
            <a:noAutofit/>
          </a:bodyPr>
          <a:lstStyle/>
          <a:p>
            <a:r>
              <a:rPr lang="pt-BR" sz="3200" dirty="0" smtClean="0"/>
              <a:t>Adota-se a abordagem </a:t>
            </a:r>
            <a:r>
              <a:rPr lang="pt-BR" sz="3200" dirty="0"/>
              <a:t>exploratória e qualitativa para investigar o </a:t>
            </a:r>
            <a:r>
              <a:rPr lang="pt-BR" sz="3200" i="1" dirty="0"/>
              <a:t>vibe </a:t>
            </a:r>
            <a:r>
              <a:rPr lang="pt-BR" sz="3200" i="1" dirty="0" err="1"/>
              <a:t>coding</a:t>
            </a:r>
            <a:r>
              <a:rPr lang="pt-BR" sz="3200" dirty="0"/>
              <a:t>, fenômeno recente ligado ao uso intensivo de IA no desenvolvimento de software. A amostra, selecionada intencionalmente, inclui cinco profissionais brasileiros (quatro desenvolvedores e um arquiteto), permitindo captar tanto práticas do dia a dia quanto visão de arquitetura.</a:t>
            </a:r>
          </a:p>
          <a:p>
            <a:r>
              <a:rPr lang="pt-BR" sz="3200" dirty="0"/>
              <a:t>Os dados foram coletados por meio de entrevistas semiestruturadas anônimas via Google </a:t>
            </a:r>
            <a:r>
              <a:rPr lang="pt-BR" sz="3200" dirty="0" err="1"/>
              <a:t>Forms</a:t>
            </a:r>
            <a:r>
              <a:rPr lang="pt-BR" sz="3200" dirty="0"/>
              <a:t>, complementadas por análise de documentos técnicos, discussões em comunidades especializadas e um estudo de caso de incidente real de segurança. A análise seguiu a metodologia de Análise de Conteúdo Temática de </a:t>
            </a:r>
            <a:r>
              <a:rPr lang="pt-BR" sz="3200" dirty="0" err="1"/>
              <a:t>Braun</a:t>
            </a:r>
            <a:r>
              <a:rPr lang="pt-BR" sz="3200" dirty="0"/>
              <a:t> e Clarke, resultando em oito temas sobre uso de IA, revisão, dívida técnica, vulnerabilidades e sustentabilidade dos projetos. A triangulação entre as fontes aumentou a confiabilidade dos achados.</a:t>
            </a:r>
          </a:p>
        </p:txBody>
      </p:sp>
      <p:sp>
        <p:nvSpPr>
          <p:cNvPr id="33" name="CaixaDeTexto 32"/>
          <p:cNvSpPr txBox="1"/>
          <p:nvPr/>
        </p:nvSpPr>
        <p:spPr>
          <a:xfrm>
            <a:off x="1524234" y="19160841"/>
            <a:ext cx="12727794" cy="923330"/>
          </a:xfrm>
          <a:prstGeom prst="rect">
            <a:avLst/>
          </a:prstGeom>
          <a:solidFill>
            <a:schemeClr val="bg2">
              <a:lumMod val="40000"/>
              <a:lumOff val="60000"/>
            </a:schemeClr>
          </a:solidFill>
        </p:spPr>
        <p:txBody>
          <a:bodyPr wrap="square" rtlCol="0">
            <a:spAutoFit/>
          </a:bodyPr>
          <a:lstStyle/>
          <a:p>
            <a:r>
              <a:rPr lang="pt-BR" sz="5400" b="1" dirty="0">
                <a:solidFill>
                  <a:schemeClr val="tx1"/>
                </a:solidFill>
              </a:rPr>
              <a:t>OBJETIVOS</a:t>
            </a:r>
          </a:p>
        </p:txBody>
      </p:sp>
      <p:sp>
        <p:nvSpPr>
          <p:cNvPr id="34" name="CaixaDeTexto 33"/>
          <p:cNvSpPr txBox="1"/>
          <p:nvPr/>
        </p:nvSpPr>
        <p:spPr>
          <a:xfrm>
            <a:off x="17158372" y="6659865"/>
            <a:ext cx="12727794" cy="923330"/>
          </a:xfrm>
          <a:prstGeom prst="rect">
            <a:avLst/>
          </a:prstGeom>
          <a:solidFill>
            <a:schemeClr val="bg2">
              <a:lumMod val="40000"/>
              <a:lumOff val="60000"/>
            </a:schemeClr>
          </a:solidFill>
        </p:spPr>
        <p:txBody>
          <a:bodyPr wrap="square" rtlCol="0">
            <a:spAutoFit/>
          </a:bodyPr>
          <a:lstStyle/>
          <a:p>
            <a:r>
              <a:rPr lang="pt-BR" sz="5400" b="1" dirty="0">
                <a:solidFill>
                  <a:schemeClr val="tx1"/>
                </a:solidFill>
              </a:rPr>
              <a:t>DISCUSSÃO E RESULTADOS</a:t>
            </a:r>
          </a:p>
        </p:txBody>
      </p:sp>
      <p:sp>
        <p:nvSpPr>
          <p:cNvPr id="35" name="CaixaDeTexto 34"/>
          <p:cNvSpPr txBox="1"/>
          <p:nvPr/>
        </p:nvSpPr>
        <p:spPr>
          <a:xfrm>
            <a:off x="17087825" y="19215777"/>
            <a:ext cx="12727794" cy="923330"/>
          </a:xfrm>
          <a:prstGeom prst="rect">
            <a:avLst/>
          </a:prstGeom>
          <a:solidFill>
            <a:schemeClr val="bg2">
              <a:lumMod val="40000"/>
              <a:lumOff val="60000"/>
            </a:schemeClr>
          </a:solidFill>
        </p:spPr>
        <p:txBody>
          <a:bodyPr wrap="square" rtlCol="0">
            <a:spAutoFit/>
          </a:bodyPr>
          <a:lstStyle/>
          <a:p>
            <a:r>
              <a:rPr lang="pt-BR" sz="5400" b="1" dirty="0">
                <a:solidFill>
                  <a:schemeClr val="tx1"/>
                </a:solidFill>
              </a:rPr>
              <a:t>CONCLUSÃO</a:t>
            </a:r>
          </a:p>
        </p:txBody>
      </p:sp>
      <p:sp>
        <p:nvSpPr>
          <p:cNvPr id="36" name="CaixaDeTexto 35"/>
          <p:cNvSpPr txBox="1"/>
          <p:nvPr/>
        </p:nvSpPr>
        <p:spPr>
          <a:xfrm>
            <a:off x="17087825" y="29222591"/>
            <a:ext cx="12727794" cy="923330"/>
          </a:xfrm>
          <a:prstGeom prst="rect">
            <a:avLst/>
          </a:prstGeom>
          <a:solidFill>
            <a:schemeClr val="bg2">
              <a:lumMod val="40000"/>
              <a:lumOff val="60000"/>
            </a:schemeClr>
          </a:solidFill>
        </p:spPr>
        <p:txBody>
          <a:bodyPr wrap="square" rtlCol="0">
            <a:spAutoFit/>
          </a:bodyPr>
          <a:lstStyle/>
          <a:p>
            <a:r>
              <a:rPr lang="pt-BR" sz="5400" b="1" dirty="0">
                <a:solidFill>
                  <a:schemeClr val="tx1"/>
                </a:solidFill>
              </a:rPr>
              <a:t>REFERÊNCIAS</a:t>
            </a:r>
          </a:p>
        </p:txBody>
      </p:sp>
      <p:sp>
        <p:nvSpPr>
          <p:cNvPr id="37" name="CaixaDeTexto 36"/>
          <p:cNvSpPr txBox="1"/>
          <p:nvPr/>
        </p:nvSpPr>
        <p:spPr>
          <a:xfrm>
            <a:off x="1509064" y="30565601"/>
            <a:ext cx="12727794" cy="923330"/>
          </a:xfrm>
          <a:prstGeom prst="rect">
            <a:avLst/>
          </a:prstGeom>
          <a:solidFill>
            <a:schemeClr val="bg2">
              <a:lumMod val="40000"/>
              <a:lumOff val="60000"/>
            </a:schemeClr>
          </a:solidFill>
        </p:spPr>
        <p:txBody>
          <a:bodyPr wrap="square" rtlCol="0">
            <a:spAutoFit/>
          </a:bodyPr>
          <a:lstStyle/>
          <a:p>
            <a:r>
              <a:rPr lang="pt-BR" sz="5400" b="1" dirty="0">
                <a:solidFill>
                  <a:schemeClr val="tx1"/>
                </a:solidFill>
              </a:rPr>
              <a:t>METODOLOGIA</a:t>
            </a:r>
          </a:p>
        </p:txBody>
      </p:sp>
      <p:sp>
        <p:nvSpPr>
          <p:cNvPr id="39" name="CaixaDeTexto 38"/>
          <p:cNvSpPr txBox="1"/>
          <p:nvPr/>
        </p:nvSpPr>
        <p:spPr>
          <a:xfrm>
            <a:off x="1514121" y="6659865"/>
            <a:ext cx="12727794" cy="923330"/>
          </a:xfrm>
          <a:prstGeom prst="rect">
            <a:avLst/>
          </a:prstGeom>
          <a:solidFill>
            <a:schemeClr val="bg2">
              <a:lumMod val="40000"/>
              <a:lumOff val="60000"/>
            </a:schemeClr>
          </a:solidFill>
        </p:spPr>
        <p:txBody>
          <a:bodyPr wrap="square" rtlCol="0">
            <a:spAutoFit/>
          </a:bodyPr>
          <a:lstStyle/>
          <a:p>
            <a:r>
              <a:rPr lang="pt-BR" sz="5400" b="1" dirty="0">
                <a:solidFill>
                  <a:schemeClr val="tx1"/>
                </a:solidFill>
              </a:rPr>
              <a:t>INTRODUÇÃO</a:t>
            </a:r>
          </a:p>
        </p:txBody>
      </p:sp>
      <p:cxnSp>
        <p:nvCxnSpPr>
          <p:cNvPr id="4" name="Conector Reto 3"/>
          <p:cNvCxnSpPr/>
          <p:nvPr/>
        </p:nvCxnSpPr>
        <p:spPr>
          <a:xfrm flipV="1">
            <a:off x="20558621" y="0"/>
            <a:ext cx="3832964" cy="6455186"/>
          </a:xfrm>
          <a:prstGeom prst="line">
            <a:avLst/>
          </a:prstGeom>
        </p:spPr>
        <p:style>
          <a:lnRef idx="1">
            <a:schemeClr val="accent1"/>
          </a:lnRef>
          <a:fillRef idx="0">
            <a:schemeClr val="accent1"/>
          </a:fillRef>
          <a:effectRef idx="0">
            <a:schemeClr val="accent1"/>
          </a:effectRef>
          <a:fontRef idx="minor">
            <a:schemeClr val="tx1"/>
          </a:fontRef>
        </p:style>
      </p:cxnSp>
      <p:sp>
        <p:nvSpPr>
          <p:cNvPr id="5" name="Retângulo 4"/>
          <p:cNvSpPr/>
          <p:nvPr/>
        </p:nvSpPr>
        <p:spPr>
          <a:xfrm>
            <a:off x="24391583" y="-71708"/>
            <a:ext cx="8012466" cy="652689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riângulo Retângulo 6"/>
          <p:cNvSpPr/>
          <p:nvPr/>
        </p:nvSpPr>
        <p:spPr>
          <a:xfrm flipH="1">
            <a:off x="20558621" y="-71708"/>
            <a:ext cx="3832962" cy="6526894"/>
          </a:xfrm>
          <a:prstGeom prst="r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 name="Picture 4" descr="Resultado de imagem para PNG UNICESUMAR logo"/>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091434" y="2129509"/>
            <a:ext cx="6563319" cy="3259782"/>
          </a:xfrm>
          <a:prstGeom prst="rect">
            <a:avLst/>
          </a:prstGeom>
          <a:noFill/>
          <a:extLst>
            <a:ext uri="{909E8E84-426E-40DD-AFC4-6F175D3DCCD1}">
              <a14:hiddenFill xmlns:a14="http://schemas.microsoft.com/office/drawing/2010/main">
                <a:solidFill>
                  <a:srgbClr val="FFFFFF"/>
                </a:solidFill>
              </a14:hiddenFill>
            </a:ext>
          </a:extLst>
        </p:spPr>
      </p:pic>
      <p:sp>
        <p:nvSpPr>
          <p:cNvPr id="23" name="Google Shape;89;p13"/>
          <p:cNvSpPr txBox="1"/>
          <p:nvPr/>
        </p:nvSpPr>
        <p:spPr>
          <a:xfrm>
            <a:off x="16996382" y="20231935"/>
            <a:ext cx="12717681" cy="7325443"/>
          </a:xfrm>
          <a:prstGeom prst="rect">
            <a:avLst/>
          </a:prstGeom>
          <a:noFill/>
          <a:ln>
            <a:noFill/>
          </a:ln>
        </p:spPr>
        <p:txBody>
          <a:bodyPr spcFirstLastPara="1" wrap="square" lIns="91425" tIns="45700" rIns="91425" bIns="45700" anchor="t" anchorCtr="0">
            <a:noAutofit/>
          </a:bodyPr>
          <a:lstStyle/>
          <a:p>
            <a:r>
              <a:rPr lang="pt-BR" sz="3200" dirty="0" smtClean="0"/>
              <a:t>O vibe </a:t>
            </a:r>
            <a:r>
              <a:rPr lang="pt-BR" sz="3200" dirty="0" err="1"/>
              <a:t>coding</a:t>
            </a:r>
            <a:r>
              <a:rPr lang="pt-BR" sz="3200" dirty="0"/>
              <a:t>, impulsionado pelo uso intenso de IA, aumenta a velocidade de desenvolvimento, mas também acelera o acúmulo de dívidas técnicas e riscos de segurança. Embora 80% dos profissionais utilizem IA diariamente, apenas 40% revisam o código gerado, criando um desequilíbrio que compromete a qualidade. Esse risco é agravado pelo “Ciclo de Validação Falso”, em que testes produzidos pela própria IA ocultam falhas reais.</a:t>
            </a:r>
          </a:p>
          <a:p>
            <a:r>
              <a:rPr lang="pt-BR" sz="3200" dirty="0"/>
              <a:t>Foram identificadas dívidas técnicas frequentes em documentação, código, arquitetura e testes, amplificadas pela pressão por velocidade nas empresas. A pesquisa introduz o conceito de “dívida técnica delegada” e oferece diretrizes práticas para mitigar riscos, incluindo revisão rigorosa, separação entre código e testes, documentação contínua e políticas claras de uso de IA.</a:t>
            </a:r>
          </a:p>
          <a:p>
            <a:r>
              <a:rPr lang="pt-BR" sz="3200" dirty="0"/>
              <a:t>A conclusão central é que o problema não está na IA, mas no uso sem revisão crítica. Produtividade sem qualidade é insustentável, e o desafio é equilibrar velocidade com responsabilidade técnica na construção de sistemas seguros e duradouros</a:t>
            </a:r>
            <a:r>
              <a:rPr lang="pt-BR" sz="3200" dirty="0" smtClean="0"/>
              <a:t>.</a:t>
            </a:r>
          </a:p>
          <a:p>
            <a:endParaRPr lang="pt-BR" sz="3200" dirty="0"/>
          </a:p>
        </p:txBody>
      </p:sp>
      <p:sp>
        <p:nvSpPr>
          <p:cNvPr id="24" name="Google Shape;89;p13"/>
          <p:cNvSpPr txBox="1"/>
          <p:nvPr/>
        </p:nvSpPr>
        <p:spPr>
          <a:xfrm>
            <a:off x="16996030" y="29698236"/>
            <a:ext cx="12717681" cy="7325443"/>
          </a:xfrm>
          <a:prstGeom prst="rect">
            <a:avLst/>
          </a:prstGeom>
          <a:noFill/>
          <a:ln>
            <a:noFill/>
          </a:ln>
        </p:spPr>
        <p:txBody>
          <a:bodyPr spcFirstLastPara="1" wrap="square" lIns="91425" tIns="45700" rIns="91425" bIns="45700" anchor="t" anchorCtr="0">
            <a:noAutofit/>
          </a:bodyPr>
          <a:lstStyle/>
          <a:p>
            <a:endParaRPr lang="pt-BR" sz="3200" dirty="0"/>
          </a:p>
          <a:p>
            <a:r>
              <a:rPr lang="pt-BR" sz="2800" dirty="0" smtClean="0"/>
              <a:t>ALVES, N. S. R. et al. </a:t>
            </a:r>
            <a:r>
              <a:rPr lang="pt-BR" sz="2800" dirty="0" err="1" smtClean="0"/>
              <a:t>Identification</a:t>
            </a:r>
            <a:r>
              <a:rPr lang="pt-BR" sz="2800" dirty="0" smtClean="0"/>
              <a:t> </a:t>
            </a:r>
            <a:r>
              <a:rPr lang="pt-BR" sz="2800" dirty="0" err="1" smtClean="0"/>
              <a:t>and</a:t>
            </a:r>
            <a:r>
              <a:rPr lang="pt-BR" sz="2800" dirty="0" smtClean="0"/>
              <a:t> management </a:t>
            </a:r>
            <a:r>
              <a:rPr lang="pt-BR" sz="2800" dirty="0" err="1" smtClean="0"/>
              <a:t>of</a:t>
            </a:r>
            <a:r>
              <a:rPr lang="pt-BR" sz="2800" dirty="0" smtClean="0"/>
              <a:t> </a:t>
            </a:r>
            <a:r>
              <a:rPr lang="pt-BR" sz="2800" dirty="0" err="1" smtClean="0"/>
              <a:t>technical</a:t>
            </a:r>
            <a:r>
              <a:rPr lang="pt-BR" sz="2800" dirty="0" smtClean="0"/>
              <a:t> </a:t>
            </a:r>
            <a:r>
              <a:rPr lang="pt-BR" sz="2800" dirty="0" err="1" smtClean="0"/>
              <a:t>debt</a:t>
            </a:r>
            <a:r>
              <a:rPr lang="pt-BR" sz="2800" dirty="0" smtClean="0"/>
              <a:t>: A </a:t>
            </a:r>
            <a:r>
              <a:rPr lang="pt-BR" sz="2800" dirty="0" err="1" smtClean="0"/>
              <a:t>systematic</a:t>
            </a:r>
            <a:r>
              <a:rPr lang="pt-BR" sz="2800" dirty="0" smtClean="0"/>
              <a:t> </a:t>
            </a:r>
            <a:r>
              <a:rPr lang="pt-BR" sz="2800" dirty="0" err="1" smtClean="0"/>
              <a:t>mapping</a:t>
            </a:r>
            <a:r>
              <a:rPr lang="pt-BR" sz="2800" dirty="0" smtClean="0"/>
              <a:t> </a:t>
            </a:r>
            <a:r>
              <a:rPr lang="pt-BR" sz="2800" dirty="0" err="1" smtClean="0"/>
              <a:t>study</a:t>
            </a:r>
            <a:r>
              <a:rPr lang="pt-BR" sz="2800" dirty="0" smtClean="0"/>
              <a:t>. </a:t>
            </a:r>
            <a:r>
              <a:rPr lang="pt-BR" sz="2800" b="1" dirty="0" err="1" smtClean="0"/>
              <a:t>Information</a:t>
            </a:r>
            <a:r>
              <a:rPr lang="pt-BR" sz="2800" b="1" dirty="0" smtClean="0"/>
              <a:t> </a:t>
            </a:r>
            <a:r>
              <a:rPr lang="pt-BR" sz="2800" b="1" dirty="0" err="1" smtClean="0"/>
              <a:t>and</a:t>
            </a:r>
            <a:r>
              <a:rPr lang="pt-BR" sz="2800" b="1" dirty="0" smtClean="0"/>
              <a:t> Software Technology</a:t>
            </a:r>
            <a:r>
              <a:rPr lang="pt-BR" sz="2800" dirty="0" smtClean="0"/>
              <a:t>, v. 70, p. 100-121, 2016.</a:t>
            </a:r>
          </a:p>
          <a:p>
            <a:r>
              <a:rPr lang="pt-BR" sz="2800" dirty="0" smtClean="0"/>
              <a:t>BARKE, S. et al. </a:t>
            </a:r>
            <a:r>
              <a:rPr lang="pt-BR" sz="2800" dirty="0" err="1" smtClean="0"/>
              <a:t>Grounded</a:t>
            </a:r>
            <a:r>
              <a:rPr lang="pt-BR" sz="2800" dirty="0" smtClean="0"/>
              <a:t> </a:t>
            </a:r>
            <a:r>
              <a:rPr lang="pt-BR" sz="2800" dirty="0" err="1" smtClean="0"/>
              <a:t>Copilot</a:t>
            </a:r>
            <a:r>
              <a:rPr lang="pt-BR" sz="2800" dirty="0" smtClean="0"/>
              <a:t>: </a:t>
            </a:r>
            <a:r>
              <a:rPr lang="pt-BR" sz="2800" dirty="0" err="1" smtClean="0"/>
              <a:t>How</a:t>
            </a:r>
            <a:r>
              <a:rPr lang="pt-BR" sz="2800" dirty="0" smtClean="0"/>
              <a:t> </a:t>
            </a:r>
            <a:r>
              <a:rPr lang="pt-BR" sz="2800" dirty="0" err="1" smtClean="0"/>
              <a:t>Programmers</a:t>
            </a:r>
            <a:r>
              <a:rPr lang="pt-BR" sz="2800" dirty="0" smtClean="0"/>
              <a:t> Interact </a:t>
            </a:r>
            <a:r>
              <a:rPr lang="pt-BR" sz="2800" dirty="0" err="1" smtClean="0"/>
              <a:t>with</a:t>
            </a:r>
            <a:r>
              <a:rPr lang="pt-BR" sz="2800" dirty="0" smtClean="0"/>
              <a:t> Code-</a:t>
            </a:r>
            <a:r>
              <a:rPr lang="pt-BR" sz="2800" dirty="0" err="1" smtClean="0"/>
              <a:t>Generating</a:t>
            </a:r>
            <a:r>
              <a:rPr lang="pt-BR" sz="2800" dirty="0" smtClean="0"/>
              <a:t> </a:t>
            </a:r>
            <a:r>
              <a:rPr lang="pt-BR" sz="2800" dirty="0" err="1" smtClean="0"/>
              <a:t>Models</a:t>
            </a:r>
            <a:r>
              <a:rPr lang="pt-BR" sz="2800" dirty="0" smtClean="0"/>
              <a:t>. </a:t>
            </a:r>
            <a:r>
              <a:rPr lang="pt-BR" sz="2800" b="1" dirty="0" err="1" smtClean="0"/>
              <a:t>Proceedings</a:t>
            </a:r>
            <a:r>
              <a:rPr lang="pt-BR" sz="2800" b="1" dirty="0" smtClean="0"/>
              <a:t> </a:t>
            </a:r>
            <a:r>
              <a:rPr lang="pt-BR" sz="2800" b="1" dirty="0" err="1" smtClean="0"/>
              <a:t>of</a:t>
            </a:r>
            <a:r>
              <a:rPr lang="pt-BR" sz="2800" b="1" dirty="0" smtClean="0"/>
              <a:t> </a:t>
            </a:r>
            <a:r>
              <a:rPr lang="pt-BR" sz="2800" b="1" dirty="0" err="1" smtClean="0"/>
              <a:t>the</a:t>
            </a:r>
            <a:r>
              <a:rPr lang="pt-BR" sz="2800" b="1" dirty="0" smtClean="0"/>
              <a:t> ACM </a:t>
            </a:r>
            <a:r>
              <a:rPr lang="pt-BR" sz="2800" b="1" dirty="0" err="1" smtClean="0"/>
              <a:t>on</a:t>
            </a:r>
            <a:r>
              <a:rPr lang="pt-BR" sz="2800" b="1" dirty="0" smtClean="0"/>
              <a:t> </a:t>
            </a:r>
            <a:r>
              <a:rPr lang="pt-BR" sz="2800" b="1" dirty="0" err="1" smtClean="0"/>
              <a:t>Programming</a:t>
            </a:r>
            <a:r>
              <a:rPr lang="pt-BR" sz="2800" b="1" dirty="0" smtClean="0"/>
              <a:t> </a:t>
            </a:r>
            <a:r>
              <a:rPr lang="pt-BR" sz="2800" b="1" dirty="0" err="1" smtClean="0"/>
              <a:t>Languages</a:t>
            </a:r>
            <a:r>
              <a:rPr lang="pt-BR" sz="2800" dirty="0" smtClean="0"/>
              <a:t>, v. 7, n. OOPSLA1, p. 85-111, 2023.</a:t>
            </a:r>
          </a:p>
          <a:p>
            <a:r>
              <a:rPr lang="pt-BR" sz="2800" dirty="0" smtClean="0"/>
              <a:t>BRAUN, V.; CLARKE, V. </a:t>
            </a:r>
            <a:r>
              <a:rPr lang="pt-BR" sz="2800" dirty="0" err="1" smtClean="0"/>
              <a:t>Using</a:t>
            </a:r>
            <a:r>
              <a:rPr lang="pt-BR" sz="2800" dirty="0" smtClean="0"/>
              <a:t> </a:t>
            </a:r>
            <a:r>
              <a:rPr lang="pt-BR" sz="2800" dirty="0" err="1" smtClean="0"/>
              <a:t>thematic</a:t>
            </a:r>
            <a:r>
              <a:rPr lang="pt-BR" sz="2800" dirty="0" smtClean="0"/>
              <a:t> </a:t>
            </a:r>
            <a:r>
              <a:rPr lang="pt-BR" sz="2800" dirty="0" err="1" smtClean="0"/>
              <a:t>analysis</a:t>
            </a:r>
            <a:r>
              <a:rPr lang="pt-BR" sz="2800" dirty="0" smtClean="0"/>
              <a:t> in </a:t>
            </a:r>
            <a:r>
              <a:rPr lang="pt-BR" sz="2800" dirty="0" err="1" smtClean="0"/>
              <a:t>psychology</a:t>
            </a:r>
            <a:r>
              <a:rPr lang="pt-BR" sz="2800" dirty="0" smtClean="0"/>
              <a:t>. </a:t>
            </a:r>
            <a:r>
              <a:rPr lang="pt-BR" sz="2800" b="1" dirty="0" err="1" smtClean="0"/>
              <a:t>Qualitative</a:t>
            </a:r>
            <a:r>
              <a:rPr lang="pt-BR" sz="2800" b="1" dirty="0" smtClean="0"/>
              <a:t> </a:t>
            </a:r>
            <a:r>
              <a:rPr lang="pt-BR" sz="2800" b="1" dirty="0" err="1" smtClean="0"/>
              <a:t>Research</a:t>
            </a:r>
            <a:r>
              <a:rPr lang="pt-BR" sz="2800" b="1" dirty="0" smtClean="0"/>
              <a:t> in </a:t>
            </a:r>
            <a:r>
              <a:rPr lang="pt-BR" sz="2800" b="1" dirty="0" err="1" smtClean="0"/>
              <a:t>Psychology</a:t>
            </a:r>
            <a:r>
              <a:rPr lang="pt-BR" sz="2800" dirty="0" smtClean="0"/>
              <a:t>, v. 3, n. 2, p. 77-101, 2006.</a:t>
            </a:r>
          </a:p>
          <a:p>
            <a:r>
              <a:rPr lang="pt-BR" sz="2800" dirty="0" smtClean="0"/>
              <a:t>CUNNINGHAM, W. The </a:t>
            </a:r>
            <a:r>
              <a:rPr lang="pt-BR" sz="2800" dirty="0" err="1" smtClean="0"/>
              <a:t>WyCash</a:t>
            </a:r>
            <a:r>
              <a:rPr lang="pt-BR" sz="2800" dirty="0" smtClean="0"/>
              <a:t> Portfolio Management System. In: OOPSLA '92 EXPERIENCE REPORT, 1992, Vancouver. </a:t>
            </a:r>
            <a:r>
              <a:rPr lang="pt-BR" sz="2800" b="1" dirty="0" err="1" smtClean="0"/>
              <a:t>Proceedings</a:t>
            </a:r>
            <a:r>
              <a:rPr lang="pt-BR" sz="2800" b="1" dirty="0" smtClean="0"/>
              <a:t>...</a:t>
            </a:r>
            <a:r>
              <a:rPr lang="pt-BR" sz="2800" dirty="0" smtClean="0"/>
              <a:t> New York: ACM, 1992. p. 29-30.</a:t>
            </a:r>
          </a:p>
          <a:p>
            <a:r>
              <a:rPr lang="pt-BR" sz="2800" dirty="0" smtClean="0"/>
              <a:t>DAKHEL, A. M. et al. GitHub </a:t>
            </a:r>
            <a:r>
              <a:rPr lang="pt-BR" sz="2800" dirty="0" err="1" smtClean="0"/>
              <a:t>Copilot</a:t>
            </a:r>
            <a:r>
              <a:rPr lang="pt-BR" sz="2800" dirty="0" smtClean="0"/>
              <a:t> AI </a:t>
            </a:r>
            <a:r>
              <a:rPr lang="pt-BR" sz="2800" dirty="0" err="1" smtClean="0"/>
              <a:t>pair</a:t>
            </a:r>
            <a:r>
              <a:rPr lang="pt-BR" sz="2800" dirty="0" smtClean="0"/>
              <a:t> </a:t>
            </a:r>
            <a:r>
              <a:rPr lang="pt-BR" sz="2800" dirty="0" err="1" smtClean="0"/>
              <a:t>programmer</a:t>
            </a:r>
            <a:r>
              <a:rPr lang="pt-BR" sz="2800" dirty="0" smtClean="0"/>
              <a:t>: </a:t>
            </a:r>
            <a:r>
              <a:rPr lang="pt-BR" sz="2800" dirty="0" err="1" smtClean="0"/>
              <a:t>Asset</a:t>
            </a:r>
            <a:r>
              <a:rPr lang="pt-BR" sz="2800" dirty="0" smtClean="0"/>
              <a:t> </a:t>
            </a:r>
            <a:r>
              <a:rPr lang="pt-BR" sz="2800" dirty="0" err="1" smtClean="0"/>
              <a:t>or</a:t>
            </a:r>
            <a:r>
              <a:rPr lang="pt-BR" sz="2800" dirty="0" smtClean="0"/>
              <a:t> </a:t>
            </a:r>
            <a:r>
              <a:rPr lang="pt-BR" sz="2800" dirty="0" err="1" smtClean="0"/>
              <a:t>Liability</a:t>
            </a:r>
            <a:r>
              <a:rPr lang="pt-BR" sz="2800" dirty="0" smtClean="0"/>
              <a:t>? </a:t>
            </a:r>
            <a:r>
              <a:rPr lang="pt-BR" sz="2800" b="1" dirty="0" err="1" smtClean="0"/>
              <a:t>Journal</a:t>
            </a:r>
            <a:r>
              <a:rPr lang="pt-BR" sz="2800" b="1" dirty="0" smtClean="0"/>
              <a:t> </a:t>
            </a:r>
            <a:r>
              <a:rPr lang="pt-BR" sz="2800" b="1" dirty="0" err="1" smtClean="0"/>
              <a:t>of</a:t>
            </a:r>
            <a:r>
              <a:rPr lang="pt-BR" sz="2800" b="1" dirty="0" smtClean="0"/>
              <a:t> Systems </a:t>
            </a:r>
            <a:r>
              <a:rPr lang="pt-BR" sz="2800" b="1" dirty="0" err="1" smtClean="0"/>
              <a:t>and</a:t>
            </a:r>
            <a:r>
              <a:rPr lang="pt-BR" sz="2800" b="1" dirty="0" smtClean="0"/>
              <a:t> Software</a:t>
            </a:r>
            <a:r>
              <a:rPr lang="pt-BR" sz="2800" dirty="0" smtClean="0"/>
              <a:t>, v. 203, 111734, 2023.</a:t>
            </a:r>
          </a:p>
          <a:p>
            <a:r>
              <a:rPr lang="pt-BR" sz="2800" dirty="0" smtClean="0"/>
              <a:t>KRUCHTEN, P.; NORD, R. L.; OZKAYA, I. </a:t>
            </a:r>
            <a:r>
              <a:rPr lang="pt-BR" sz="2800" dirty="0" err="1" smtClean="0"/>
              <a:t>Technical</a:t>
            </a:r>
            <a:r>
              <a:rPr lang="pt-BR" sz="2800" dirty="0" smtClean="0"/>
              <a:t> </a:t>
            </a:r>
            <a:r>
              <a:rPr lang="pt-BR" sz="2800" dirty="0" err="1" smtClean="0"/>
              <a:t>Debt</a:t>
            </a:r>
            <a:r>
              <a:rPr lang="pt-BR" sz="2800" dirty="0" smtClean="0"/>
              <a:t>: </a:t>
            </a:r>
            <a:r>
              <a:rPr lang="pt-BR" sz="2800" dirty="0" err="1" smtClean="0"/>
              <a:t>From</a:t>
            </a:r>
            <a:r>
              <a:rPr lang="pt-BR" sz="2800" dirty="0" smtClean="0"/>
              <a:t> </a:t>
            </a:r>
            <a:r>
              <a:rPr lang="pt-BR" sz="2800" dirty="0" err="1" smtClean="0"/>
              <a:t>Metaphor</a:t>
            </a:r>
            <a:r>
              <a:rPr lang="pt-BR" sz="2800" dirty="0" smtClean="0"/>
              <a:t> </a:t>
            </a:r>
            <a:r>
              <a:rPr lang="pt-BR" sz="2800" dirty="0" err="1" smtClean="0"/>
              <a:t>to</a:t>
            </a:r>
            <a:r>
              <a:rPr lang="pt-BR" sz="2800" dirty="0" smtClean="0"/>
              <a:t> </a:t>
            </a:r>
            <a:r>
              <a:rPr lang="pt-BR" sz="2800" dirty="0" err="1" smtClean="0"/>
              <a:t>Theory</a:t>
            </a:r>
            <a:r>
              <a:rPr lang="pt-BR" sz="2800" dirty="0" smtClean="0"/>
              <a:t> </a:t>
            </a:r>
            <a:r>
              <a:rPr lang="pt-BR" sz="2800" dirty="0" err="1" smtClean="0"/>
              <a:t>and</a:t>
            </a:r>
            <a:r>
              <a:rPr lang="pt-BR" sz="2800" dirty="0" smtClean="0"/>
              <a:t> </a:t>
            </a:r>
            <a:r>
              <a:rPr lang="pt-BR" sz="2800" dirty="0" err="1" smtClean="0"/>
              <a:t>Practice</a:t>
            </a:r>
            <a:r>
              <a:rPr lang="pt-BR" sz="2800" dirty="0" smtClean="0"/>
              <a:t>. </a:t>
            </a:r>
            <a:r>
              <a:rPr lang="pt-BR" sz="2800" b="1" dirty="0" smtClean="0"/>
              <a:t>IEEE Software</a:t>
            </a:r>
            <a:r>
              <a:rPr lang="pt-BR" sz="2800" dirty="0" smtClean="0"/>
              <a:t>, v. 29, n. 6, p. 18-21, nov./dez. 2012.</a:t>
            </a:r>
          </a:p>
          <a:p>
            <a:r>
              <a:rPr lang="pt-BR" sz="2800" dirty="0" err="1" smtClean="0"/>
              <a:t>McGRAW</a:t>
            </a:r>
            <a:r>
              <a:rPr lang="pt-BR" sz="2800" dirty="0" smtClean="0"/>
              <a:t>, G. </a:t>
            </a:r>
            <a:r>
              <a:rPr lang="pt-BR" sz="2800" b="1" dirty="0" smtClean="0"/>
              <a:t>Software Security: </a:t>
            </a:r>
            <a:r>
              <a:rPr lang="pt-BR" sz="2800" b="1" dirty="0" err="1" smtClean="0"/>
              <a:t>Building</a:t>
            </a:r>
            <a:r>
              <a:rPr lang="pt-BR" sz="2800" b="1" dirty="0" smtClean="0"/>
              <a:t> Security In.</a:t>
            </a:r>
            <a:r>
              <a:rPr lang="pt-BR" sz="2800" dirty="0" smtClean="0"/>
              <a:t> Boston: </a:t>
            </a:r>
            <a:r>
              <a:rPr lang="pt-BR" sz="2800" dirty="0" err="1" smtClean="0"/>
              <a:t>Addison</a:t>
            </a:r>
            <a:r>
              <a:rPr lang="pt-BR" sz="2800" dirty="0" smtClean="0"/>
              <a:t>-Wesley Professional, 2006. 448 p.</a:t>
            </a:r>
          </a:p>
          <a:p>
            <a:r>
              <a:rPr lang="pt-BR" sz="2800" dirty="0" smtClean="0"/>
              <a:t>SOMMERVILLE, I. </a:t>
            </a:r>
            <a:r>
              <a:rPr lang="pt-BR" sz="2800" b="1" dirty="0" smtClean="0"/>
              <a:t>Engenharia de Software.</a:t>
            </a:r>
            <a:r>
              <a:rPr lang="pt-BR" sz="2800" dirty="0" smtClean="0"/>
              <a:t> 10. ed. Tradução de Ivan </a:t>
            </a:r>
            <a:r>
              <a:rPr lang="pt-BR" sz="2800" dirty="0" err="1" smtClean="0"/>
              <a:t>Bosnic</a:t>
            </a:r>
            <a:r>
              <a:rPr lang="pt-BR" sz="2800" dirty="0" smtClean="0"/>
              <a:t> e </a:t>
            </a:r>
            <a:r>
              <a:rPr lang="pt-BR" sz="2800" dirty="0" err="1" smtClean="0"/>
              <a:t>Kalinka</a:t>
            </a:r>
            <a:r>
              <a:rPr lang="pt-BR" sz="2800" dirty="0" smtClean="0"/>
              <a:t> Gonçalves de Oliveira. São Paulo: Pearson </a:t>
            </a:r>
            <a:r>
              <a:rPr lang="pt-BR" sz="2800" dirty="0" err="1" smtClean="0"/>
              <a:t>Education</a:t>
            </a:r>
            <a:r>
              <a:rPr lang="pt-BR" sz="2800" dirty="0" smtClean="0"/>
              <a:t> do Brasil, 2016. 568 p.</a:t>
            </a:r>
          </a:p>
          <a:p>
            <a:endParaRPr lang="pt-BR" sz="2800" dirty="0"/>
          </a:p>
        </p:txBody>
      </p:sp>
    </p:spTree>
  </p:cSld>
  <p:clrMapOvr>
    <a:masterClrMapping/>
  </p:clrMapOvr>
</p:sld>
</file>

<file path=ppt/theme/theme1.xml><?xml version="1.0" encoding="utf-8"?>
<a:theme xmlns:a="http://schemas.openxmlformats.org/drawingml/2006/main" name="Tema do Office">
  <a:themeElements>
    <a:clrScheme name="Escritório">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TotalTime>
  <Words>1255</Words>
  <Application>Microsoft Office PowerPoint</Application>
  <PresentationFormat>Personalizar</PresentationFormat>
  <Paragraphs>36</Paragraphs>
  <Slides>1</Slides>
  <Notes>1</Notes>
  <HiddenSlides>0</HiddenSlides>
  <MMClips>0</MMClips>
  <ScaleCrop>false</ScaleCrop>
  <HeadingPairs>
    <vt:vector size="6" baseType="variant">
      <vt:variant>
        <vt:lpstr>Fontes usadas</vt:lpstr>
      </vt:variant>
      <vt:variant>
        <vt:i4>2</vt:i4>
      </vt:variant>
      <vt:variant>
        <vt:lpstr>Tema</vt:lpstr>
      </vt:variant>
      <vt:variant>
        <vt:i4>1</vt:i4>
      </vt:variant>
      <vt:variant>
        <vt:lpstr>Títulos de slides</vt:lpstr>
      </vt:variant>
      <vt:variant>
        <vt:i4>1</vt:i4>
      </vt:variant>
    </vt:vector>
  </HeadingPairs>
  <TitlesOfParts>
    <vt:vector size="4" baseType="lpstr">
      <vt:lpstr>Arial</vt:lpstr>
      <vt:lpstr>Calibri</vt:lpstr>
      <vt:lpstr>Tema do Office</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Marcello Erick Bonfim</dc:creator>
  <cp:lastModifiedBy>User</cp:lastModifiedBy>
  <cp:revision>18</cp:revision>
  <dcterms:created xsi:type="dcterms:W3CDTF">2025-11-21T21:41:54Z</dcterms:created>
  <dcterms:modified xsi:type="dcterms:W3CDTF">2025-11-22T19:27:33Z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980AAD90B24A48A09FA4F75493D89C57_12</vt:lpwstr>
  </property>
  <property fmtid="{D5CDD505-2E9C-101B-9397-08002B2CF9AE}" pid="3" name="KSOProductBuildVer">
    <vt:lpwstr>1046-12.2.0.23155</vt:lpwstr>
  </property>
</Properties>
</file>