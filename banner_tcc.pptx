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2404050" cy="432054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3608" userDrawn="1">
          <p15:clr>
            <a:srgbClr val="A4A3A4"/>
          </p15:clr>
        </p15:guide>
        <p15:guide id="2" pos="1020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33" d="100"/>
          <a:sy n="33" d="100"/>
        </p:scale>
        <p:origin x="1500" y="36"/>
      </p:cViewPr>
      <p:guideLst>
        <p:guide orient="horz" pos="13608"/>
        <p:guide pos="1020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/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2271713" y="1143000"/>
            <a:ext cx="2314575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/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3" name="Google Shape;83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z="12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1</a:t>
            </a:fld>
            <a:endParaRPr sz="12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de título">
  <p:cSld name="Slide de título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2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9" y="39089788"/>
            <a:ext cx="32404031" cy="4115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conteúdo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1620203" y="1730219"/>
            <a:ext cx="29163646" cy="720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2050" tIns="216025" rIns="432050" bIns="216025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0"/>
              <a:buFont typeface="Calibri" panose="020F0502020204030204"/>
              <a:buNone/>
              <a:defRPr sz="20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body" idx="1"/>
          </p:nvPr>
        </p:nvSpPr>
        <p:spPr>
          <a:xfrm>
            <a:off x="1620203" y="10081263"/>
            <a:ext cx="29163646" cy="28513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2050" tIns="216025" rIns="432050" bIns="216025" anchor="t" anchorCtr="0"/>
          <a:lstStyle>
            <a:lvl1pPr marL="457200" marR="0" lvl="0" indent="-1187450" algn="l" rtl="0">
              <a:spcBef>
                <a:spcPts val="3020"/>
              </a:spcBef>
              <a:spcAft>
                <a:spcPts val="0"/>
              </a:spcAft>
              <a:buClr>
                <a:schemeClr val="dk1"/>
              </a:buClr>
              <a:buSzPts val="15100"/>
              <a:buFont typeface="Arial" panose="020B0604020202020204"/>
              <a:buChar char="•"/>
              <a:defRPr sz="151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1066800" algn="l" rtl="0">
              <a:spcBef>
                <a:spcPts val="2640"/>
              </a:spcBef>
              <a:spcAft>
                <a:spcPts val="0"/>
              </a:spcAft>
              <a:buClr>
                <a:schemeClr val="dk1"/>
              </a:buClr>
              <a:buSzPts val="13200"/>
              <a:buFont typeface="Arial" panose="020B0604020202020204"/>
              <a:buChar char="–"/>
              <a:defRPr sz="13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946150" algn="l" rtl="0">
              <a:spcBef>
                <a:spcPts val="2260"/>
              </a:spcBef>
              <a:spcAft>
                <a:spcPts val="0"/>
              </a:spcAft>
              <a:buClr>
                <a:schemeClr val="dk1"/>
              </a:buClr>
              <a:buSzPts val="11300"/>
              <a:buFont typeface="Arial" panose="020B0604020202020204"/>
              <a:buChar char="•"/>
              <a:defRPr sz="113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831850" algn="l" rtl="0"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500"/>
              <a:buFont typeface="Arial" panose="020B0604020202020204"/>
              <a:buChar char="–"/>
              <a:defRPr sz="9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831850" algn="l" rtl="0"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500"/>
              <a:buFont typeface="Arial" panose="020B0604020202020204"/>
              <a:buChar char="»"/>
              <a:defRPr sz="9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831850" algn="l" rtl="0"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500"/>
              <a:buFont typeface="Arial" panose="020B0604020202020204"/>
              <a:buChar char="•"/>
              <a:defRPr sz="9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831850" algn="l" rtl="0"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500"/>
              <a:buFont typeface="Arial" panose="020B0604020202020204"/>
              <a:buChar char="•"/>
              <a:defRPr sz="9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831850" algn="l" rtl="0"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500"/>
              <a:buFont typeface="Arial" panose="020B0604020202020204"/>
              <a:buChar char="•"/>
              <a:defRPr sz="9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831850" algn="l" rtl="0"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500"/>
              <a:buFont typeface="Arial" panose="020B0604020202020204"/>
              <a:buChar char="•"/>
              <a:defRPr sz="9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dt" idx="10"/>
          </p:nvPr>
        </p:nvSpPr>
        <p:spPr>
          <a:xfrm>
            <a:off x="1620203" y="40045009"/>
            <a:ext cx="7560945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2050" tIns="216025" rIns="432050" bIns="216025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ftr" idx="11"/>
          </p:nvPr>
        </p:nvSpPr>
        <p:spPr>
          <a:xfrm>
            <a:off x="11071384" y="40045009"/>
            <a:ext cx="10261283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2050" tIns="216025" rIns="432050" bIns="216025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sldNum" idx="12"/>
          </p:nvPr>
        </p:nvSpPr>
        <p:spPr>
          <a:xfrm>
            <a:off x="23222903" y="40045009"/>
            <a:ext cx="7560945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2050" tIns="216025" rIns="432050" bIns="21602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beçalho da Seção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 txBox="1">
            <a:spLocks noGrp="1"/>
          </p:cNvSpPr>
          <p:nvPr>
            <p:ph type="title"/>
          </p:nvPr>
        </p:nvSpPr>
        <p:spPr>
          <a:xfrm>
            <a:off x="2559696" y="27763472"/>
            <a:ext cx="27543443" cy="85810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2050" tIns="216025" rIns="432050" bIns="216025" anchor="t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900"/>
              <a:buFont typeface="Calibri" panose="020F0502020204030204"/>
              <a:buNone/>
              <a:defRPr sz="18900" b="1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body" idx="1"/>
          </p:nvPr>
        </p:nvSpPr>
        <p:spPr>
          <a:xfrm>
            <a:off x="2559696" y="18312295"/>
            <a:ext cx="27543443" cy="9451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2050" tIns="216025" rIns="432050" bIns="216025" anchor="b" anchorCtr="0"/>
          <a:lstStyle>
            <a:lvl1pPr marL="457200" marR="0" lvl="0" indent="-228600" algn="l" rtl="0">
              <a:spcBef>
                <a:spcPts val="1900"/>
              </a:spcBef>
              <a:spcAft>
                <a:spcPts val="0"/>
              </a:spcAft>
              <a:buClr>
                <a:srgbClr val="888888"/>
              </a:buClr>
              <a:buSzPts val="9500"/>
              <a:buFont typeface="Arial" panose="020B0604020202020204"/>
              <a:buNone/>
              <a:defRPr sz="95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228600" algn="l" rtl="0">
              <a:spcBef>
                <a:spcPts val="1700"/>
              </a:spcBef>
              <a:spcAft>
                <a:spcPts val="0"/>
              </a:spcAft>
              <a:buClr>
                <a:srgbClr val="888888"/>
              </a:buClr>
              <a:buSzPts val="8500"/>
              <a:buFont typeface="Arial" panose="020B0604020202020204"/>
              <a:buNone/>
              <a:defRPr sz="85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228600" algn="l" rtl="0">
              <a:spcBef>
                <a:spcPts val="1520"/>
              </a:spcBef>
              <a:spcAft>
                <a:spcPts val="0"/>
              </a:spcAft>
              <a:buClr>
                <a:srgbClr val="888888"/>
              </a:buClr>
              <a:buSzPts val="7600"/>
              <a:buFont typeface="Arial" panose="020B0604020202020204"/>
              <a:buNone/>
              <a:defRPr sz="76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228600" algn="l" rtl="0">
              <a:spcBef>
                <a:spcPts val="1320"/>
              </a:spcBef>
              <a:spcAft>
                <a:spcPts val="0"/>
              </a:spcAft>
              <a:buClr>
                <a:srgbClr val="888888"/>
              </a:buClr>
              <a:buSzPts val="6600"/>
              <a:buFont typeface="Arial" panose="020B0604020202020204"/>
              <a:buNone/>
              <a:defRPr sz="66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228600" algn="l" rtl="0">
              <a:spcBef>
                <a:spcPts val="1320"/>
              </a:spcBef>
              <a:spcAft>
                <a:spcPts val="0"/>
              </a:spcAft>
              <a:buClr>
                <a:srgbClr val="888888"/>
              </a:buClr>
              <a:buSzPts val="6600"/>
              <a:buFont typeface="Arial" panose="020B0604020202020204"/>
              <a:buNone/>
              <a:defRPr sz="66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228600" algn="l" rtl="0">
              <a:spcBef>
                <a:spcPts val="1320"/>
              </a:spcBef>
              <a:spcAft>
                <a:spcPts val="0"/>
              </a:spcAft>
              <a:buClr>
                <a:srgbClr val="888888"/>
              </a:buClr>
              <a:buSzPts val="6600"/>
              <a:buFont typeface="Arial" panose="020B0604020202020204"/>
              <a:buNone/>
              <a:defRPr sz="66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228600" algn="l" rtl="0">
              <a:spcBef>
                <a:spcPts val="1320"/>
              </a:spcBef>
              <a:spcAft>
                <a:spcPts val="0"/>
              </a:spcAft>
              <a:buClr>
                <a:srgbClr val="888888"/>
              </a:buClr>
              <a:buSzPts val="6600"/>
              <a:buFont typeface="Arial" panose="020B0604020202020204"/>
              <a:buNone/>
              <a:defRPr sz="66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228600" algn="l" rtl="0">
              <a:spcBef>
                <a:spcPts val="1320"/>
              </a:spcBef>
              <a:spcAft>
                <a:spcPts val="0"/>
              </a:spcAft>
              <a:buClr>
                <a:srgbClr val="888888"/>
              </a:buClr>
              <a:buSzPts val="6600"/>
              <a:buFont typeface="Arial" panose="020B0604020202020204"/>
              <a:buNone/>
              <a:defRPr sz="66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228600" algn="l" rtl="0">
              <a:spcBef>
                <a:spcPts val="1320"/>
              </a:spcBef>
              <a:spcAft>
                <a:spcPts val="0"/>
              </a:spcAft>
              <a:buClr>
                <a:srgbClr val="888888"/>
              </a:buClr>
              <a:buSzPts val="6600"/>
              <a:buFont typeface="Arial" panose="020B0604020202020204"/>
              <a:buNone/>
              <a:defRPr sz="66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dt" idx="10"/>
          </p:nvPr>
        </p:nvSpPr>
        <p:spPr>
          <a:xfrm>
            <a:off x="1620203" y="40045009"/>
            <a:ext cx="7560945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2050" tIns="216025" rIns="432050" bIns="216025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ftr" idx="11"/>
          </p:nvPr>
        </p:nvSpPr>
        <p:spPr>
          <a:xfrm>
            <a:off x="11071384" y="40045009"/>
            <a:ext cx="10261283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2050" tIns="216025" rIns="432050" bIns="216025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23222903" y="40045009"/>
            <a:ext cx="7560945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2050" tIns="216025" rIns="432050" bIns="21602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uas Partes de Conteúdo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5"/>
          <p:cNvSpPr txBox="1">
            <a:spLocks noGrp="1"/>
          </p:cNvSpPr>
          <p:nvPr>
            <p:ph type="title"/>
          </p:nvPr>
        </p:nvSpPr>
        <p:spPr>
          <a:xfrm>
            <a:off x="1620203" y="1730219"/>
            <a:ext cx="29163646" cy="720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2050" tIns="216025" rIns="432050" bIns="216025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0"/>
              <a:buFont typeface="Calibri" panose="020F0502020204030204"/>
              <a:buNone/>
              <a:defRPr sz="20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body" idx="1"/>
          </p:nvPr>
        </p:nvSpPr>
        <p:spPr>
          <a:xfrm>
            <a:off x="1620202" y="10081263"/>
            <a:ext cx="14311790" cy="28513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2050" tIns="216025" rIns="432050" bIns="216025" anchor="t" anchorCtr="0"/>
          <a:lstStyle>
            <a:lvl1pPr marL="457200" marR="0" lvl="0" indent="-1066800" algn="l" rtl="0">
              <a:spcBef>
                <a:spcPts val="2640"/>
              </a:spcBef>
              <a:spcAft>
                <a:spcPts val="0"/>
              </a:spcAft>
              <a:buClr>
                <a:schemeClr val="dk1"/>
              </a:buClr>
              <a:buSzPts val="13200"/>
              <a:buFont typeface="Arial" panose="020B0604020202020204"/>
              <a:buChar char="•"/>
              <a:defRPr sz="13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946150" algn="l" rtl="0">
              <a:spcBef>
                <a:spcPts val="2260"/>
              </a:spcBef>
              <a:spcAft>
                <a:spcPts val="0"/>
              </a:spcAft>
              <a:buClr>
                <a:schemeClr val="dk1"/>
              </a:buClr>
              <a:buSzPts val="11300"/>
              <a:buFont typeface="Arial" panose="020B0604020202020204"/>
              <a:buChar char="–"/>
              <a:defRPr sz="113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831850" algn="l" rtl="0"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500"/>
              <a:buFont typeface="Arial" panose="020B0604020202020204"/>
              <a:buChar char="•"/>
              <a:defRPr sz="9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768350" algn="l" rtl="0">
              <a:spcBef>
                <a:spcPts val="1700"/>
              </a:spcBef>
              <a:spcAft>
                <a:spcPts val="0"/>
              </a:spcAft>
              <a:buClr>
                <a:schemeClr val="dk1"/>
              </a:buClr>
              <a:buSzPts val="8500"/>
              <a:buFont typeface="Arial" panose="020B0604020202020204"/>
              <a:buChar char="–"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768350" algn="l" rtl="0">
              <a:spcBef>
                <a:spcPts val="1700"/>
              </a:spcBef>
              <a:spcAft>
                <a:spcPts val="0"/>
              </a:spcAft>
              <a:buClr>
                <a:schemeClr val="dk1"/>
              </a:buClr>
              <a:buSzPts val="8500"/>
              <a:buFont typeface="Arial" panose="020B0604020202020204"/>
              <a:buChar char="»"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768350" algn="l" rtl="0">
              <a:spcBef>
                <a:spcPts val="1700"/>
              </a:spcBef>
              <a:spcAft>
                <a:spcPts val="0"/>
              </a:spcAft>
              <a:buClr>
                <a:schemeClr val="dk1"/>
              </a:buClr>
              <a:buSzPts val="8500"/>
              <a:buFont typeface="Arial" panose="020B0604020202020204"/>
              <a:buChar char="•"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768350" algn="l" rtl="0">
              <a:spcBef>
                <a:spcPts val="1700"/>
              </a:spcBef>
              <a:spcAft>
                <a:spcPts val="0"/>
              </a:spcAft>
              <a:buClr>
                <a:schemeClr val="dk1"/>
              </a:buClr>
              <a:buSzPts val="8500"/>
              <a:buFont typeface="Arial" panose="020B0604020202020204"/>
              <a:buChar char="•"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768350" algn="l" rtl="0">
              <a:spcBef>
                <a:spcPts val="1700"/>
              </a:spcBef>
              <a:spcAft>
                <a:spcPts val="0"/>
              </a:spcAft>
              <a:buClr>
                <a:schemeClr val="dk1"/>
              </a:buClr>
              <a:buSzPts val="8500"/>
              <a:buFont typeface="Arial" panose="020B0604020202020204"/>
              <a:buChar char="•"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768350" algn="l" rtl="0">
              <a:spcBef>
                <a:spcPts val="1700"/>
              </a:spcBef>
              <a:spcAft>
                <a:spcPts val="0"/>
              </a:spcAft>
              <a:buClr>
                <a:schemeClr val="dk1"/>
              </a:buClr>
              <a:buSzPts val="8500"/>
              <a:buFont typeface="Arial" panose="020B0604020202020204"/>
              <a:buChar char="•"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body" idx="2"/>
          </p:nvPr>
        </p:nvSpPr>
        <p:spPr>
          <a:xfrm>
            <a:off x="16472059" y="10081263"/>
            <a:ext cx="14311790" cy="28513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2050" tIns="216025" rIns="432050" bIns="216025" anchor="t" anchorCtr="0"/>
          <a:lstStyle>
            <a:lvl1pPr marL="457200" marR="0" lvl="0" indent="-1066800" algn="l" rtl="0">
              <a:spcBef>
                <a:spcPts val="2640"/>
              </a:spcBef>
              <a:spcAft>
                <a:spcPts val="0"/>
              </a:spcAft>
              <a:buClr>
                <a:schemeClr val="dk1"/>
              </a:buClr>
              <a:buSzPts val="13200"/>
              <a:buFont typeface="Arial" panose="020B0604020202020204"/>
              <a:buChar char="•"/>
              <a:defRPr sz="13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946150" algn="l" rtl="0">
              <a:spcBef>
                <a:spcPts val="2260"/>
              </a:spcBef>
              <a:spcAft>
                <a:spcPts val="0"/>
              </a:spcAft>
              <a:buClr>
                <a:schemeClr val="dk1"/>
              </a:buClr>
              <a:buSzPts val="11300"/>
              <a:buFont typeface="Arial" panose="020B0604020202020204"/>
              <a:buChar char="–"/>
              <a:defRPr sz="113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831850" algn="l" rtl="0"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500"/>
              <a:buFont typeface="Arial" panose="020B0604020202020204"/>
              <a:buChar char="•"/>
              <a:defRPr sz="9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768350" algn="l" rtl="0">
              <a:spcBef>
                <a:spcPts val="1700"/>
              </a:spcBef>
              <a:spcAft>
                <a:spcPts val="0"/>
              </a:spcAft>
              <a:buClr>
                <a:schemeClr val="dk1"/>
              </a:buClr>
              <a:buSzPts val="8500"/>
              <a:buFont typeface="Arial" panose="020B0604020202020204"/>
              <a:buChar char="–"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768350" algn="l" rtl="0">
              <a:spcBef>
                <a:spcPts val="1700"/>
              </a:spcBef>
              <a:spcAft>
                <a:spcPts val="0"/>
              </a:spcAft>
              <a:buClr>
                <a:schemeClr val="dk1"/>
              </a:buClr>
              <a:buSzPts val="8500"/>
              <a:buFont typeface="Arial" panose="020B0604020202020204"/>
              <a:buChar char="»"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768350" algn="l" rtl="0">
              <a:spcBef>
                <a:spcPts val="1700"/>
              </a:spcBef>
              <a:spcAft>
                <a:spcPts val="0"/>
              </a:spcAft>
              <a:buClr>
                <a:schemeClr val="dk1"/>
              </a:buClr>
              <a:buSzPts val="8500"/>
              <a:buFont typeface="Arial" panose="020B0604020202020204"/>
              <a:buChar char="•"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768350" algn="l" rtl="0">
              <a:spcBef>
                <a:spcPts val="1700"/>
              </a:spcBef>
              <a:spcAft>
                <a:spcPts val="0"/>
              </a:spcAft>
              <a:buClr>
                <a:schemeClr val="dk1"/>
              </a:buClr>
              <a:buSzPts val="8500"/>
              <a:buFont typeface="Arial" panose="020B0604020202020204"/>
              <a:buChar char="•"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768350" algn="l" rtl="0">
              <a:spcBef>
                <a:spcPts val="1700"/>
              </a:spcBef>
              <a:spcAft>
                <a:spcPts val="0"/>
              </a:spcAft>
              <a:buClr>
                <a:schemeClr val="dk1"/>
              </a:buClr>
              <a:buSzPts val="8500"/>
              <a:buFont typeface="Arial" panose="020B0604020202020204"/>
              <a:buChar char="•"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768350" algn="l" rtl="0">
              <a:spcBef>
                <a:spcPts val="1700"/>
              </a:spcBef>
              <a:spcAft>
                <a:spcPts val="0"/>
              </a:spcAft>
              <a:buClr>
                <a:schemeClr val="dk1"/>
              </a:buClr>
              <a:buSzPts val="8500"/>
              <a:buFont typeface="Arial" panose="020B0604020202020204"/>
              <a:buChar char="•"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dt" idx="10"/>
          </p:nvPr>
        </p:nvSpPr>
        <p:spPr>
          <a:xfrm>
            <a:off x="1620203" y="40045009"/>
            <a:ext cx="7560945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2050" tIns="216025" rIns="432050" bIns="216025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ftr" idx="11"/>
          </p:nvPr>
        </p:nvSpPr>
        <p:spPr>
          <a:xfrm>
            <a:off x="11071384" y="40045009"/>
            <a:ext cx="10261283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2050" tIns="216025" rIns="432050" bIns="216025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sldNum" idx="12"/>
          </p:nvPr>
        </p:nvSpPr>
        <p:spPr>
          <a:xfrm>
            <a:off x="23222903" y="40045009"/>
            <a:ext cx="7560945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2050" tIns="216025" rIns="432050" bIns="21602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ção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6"/>
          <p:cNvSpPr txBox="1">
            <a:spLocks noGrp="1"/>
          </p:cNvSpPr>
          <p:nvPr>
            <p:ph type="title"/>
          </p:nvPr>
        </p:nvSpPr>
        <p:spPr>
          <a:xfrm>
            <a:off x="1620203" y="1730219"/>
            <a:ext cx="29163646" cy="720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2050" tIns="216025" rIns="432050" bIns="216025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0"/>
              <a:buFont typeface="Calibri" panose="020F0502020204030204"/>
              <a:buNone/>
              <a:defRPr sz="20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body" idx="1"/>
          </p:nvPr>
        </p:nvSpPr>
        <p:spPr>
          <a:xfrm>
            <a:off x="1620203" y="9671212"/>
            <a:ext cx="14317416" cy="4030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2050" tIns="216025" rIns="432050" bIns="216025" anchor="b" anchorCtr="0"/>
          <a:lstStyle>
            <a:lvl1pPr marL="457200" marR="0" lvl="0" indent="-228600" algn="l" rtl="0">
              <a:spcBef>
                <a:spcPts val="2260"/>
              </a:spcBef>
              <a:spcAft>
                <a:spcPts val="0"/>
              </a:spcAft>
              <a:buClr>
                <a:schemeClr val="dk1"/>
              </a:buClr>
              <a:buSzPts val="11300"/>
              <a:buFont typeface="Arial" panose="020B0604020202020204"/>
              <a:buNone/>
              <a:defRPr sz="11300" b="1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228600" algn="l" rtl="0"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500"/>
              <a:buFont typeface="Arial" panose="020B0604020202020204"/>
              <a:buNone/>
              <a:defRPr sz="9500" b="1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228600" algn="l" rtl="0">
              <a:spcBef>
                <a:spcPts val="1700"/>
              </a:spcBef>
              <a:spcAft>
                <a:spcPts val="0"/>
              </a:spcAft>
              <a:buClr>
                <a:schemeClr val="dk1"/>
              </a:buClr>
              <a:buSzPts val="8500"/>
              <a:buFont typeface="Arial" panose="020B0604020202020204"/>
              <a:buNone/>
              <a:defRPr sz="8500" b="1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228600" algn="l" rtl="0">
              <a:spcBef>
                <a:spcPts val="1520"/>
              </a:spcBef>
              <a:spcAft>
                <a:spcPts val="0"/>
              </a:spcAft>
              <a:buClr>
                <a:schemeClr val="dk1"/>
              </a:buClr>
              <a:buSzPts val="7600"/>
              <a:buFont typeface="Arial" panose="020B0604020202020204"/>
              <a:buNone/>
              <a:defRPr sz="7600" b="1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228600" algn="l" rtl="0">
              <a:spcBef>
                <a:spcPts val="1520"/>
              </a:spcBef>
              <a:spcAft>
                <a:spcPts val="0"/>
              </a:spcAft>
              <a:buClr>
                <a:schemeClr val="dk1"/>
              </a:buClr>
              <a:buSzPts val="7600"/>
              <a:buFont typeface="Arial" panose="020B0604020202020204"/>
              <a:buNone/>
              <a:defRPr sz="7600" b="1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228600" algn="l" rtl="0">
              <a:spcBef>
                <a:spcPts val="1520"/>
              </a:spcBef>
              <a:spcAft>
                <a:spcPts val="0"/>
              </a:spcAft>
              <a:buClr>
                <a:schemeClr val="dk1"/>
              </a:buClr>
              <a:buSzPts val="7600"/>
              <a:buFont typeface="Arial" panose="020B0604020202020204"/>
              <a:buNone/>
              <a:defRPr sz="7600" b="1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228600" algn="l" rtl="0">
              <a:spcBef>
                <a:spcPts val="1520"/>
              </a:spcBef>
              <a:spcAft>
                <a:spcPts val="0"/>
              </a:spcAft>
              <a:buClr>
                <a:schemeClr val="dk1"/>
              </a:buClr>
              <a:buSzPts val="7600"/>
              <a:buFont typeface="Arial" panose="020B0604020202020204"/>
              <a:buNone/>
              <a:defRPr sz="7600" b="1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228600" algn="l" rtl="0">
              <a:spcBef>
                <a:spcPts val="1520"/>
              </a:spcBef>
              <a:spcAft>
                <a:spcPts val="0"/>
              </a:spcAft>
              <a:buClr>
                <a:schemeClr val="dk1"/>
              </a:buClr>
              <a:buSzPts val="7600"/>
              <a:buFont typeface="Arial" panose="020B0604020202020204"/>
              <a:buNone/>
              <a:defRPr sz="7600" b="1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228600" algn="l" rtl="0">
              <a:spcBef>
                <a:spcPts val="1520"/>
              </a:spcBef>
              <a:spcAft>
                <a:spcPts val="0"/>
              </a:spcAft>
              <a:buClr>
                <a:schemeClr val="dk1"/>
              </a:buClr>
              <a:buSzPts val="7600"/>
              <a:buFont typeface="Arial" panose="020B0604020202020204"/>
              <a:buNone/>
              <a:defRPr sz="7600" b="1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body" idx="2"/>
          </p:nvPr>
        </p:nvSpPr>
        <p:spPr>
          <a:xfrm>
            <a:off x="1620203" y="13701713"/>
            <a:ext cx="14317416" cy="248931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2050" tIns="216025" rIns="432050" bIns="216025" anchor="t" anchorCtr="0"/>
          <a:lstStyle>
            <a:lvl1pPr marL="457200" marR="0" lvl="0" indent="-946150" algn="l" rtl="0">
              <a:spcBef>
                <a:spcPts val="2260"/>
              </a:spcBef>
              <a:spcAft>
                <a:spcPts val="0"/>
              </a:spcAft>
              <a:buClr>
                <a:schemeClr val="dk1"/>
              </a:buClr>
              <a:buSzPts val="11300"/>
              <a:buFont typeface="Arial" panose="020B0604020202020204"/>
              <a:buChar char="•"/>
              <a:defRPr sz="113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831850" algn="l" rtl="0"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500"/>
              <a:buFont typeface="Arial" panose="020B0604020202020204"/>
              <a:buChar char="–"/>
              <a:defRPr sz="9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768350" algn="l" rtl="0">
              <a:spcBef>
                <a:spcPts val="1700"/>
              </a:spcBef>
              <a:spcAft>
                <a:spcPts val="0"/>
              </a:spcAft>
              <a:buClr>
                <a:schemeClr val="dk1"/>
              </a:buClr>
              <a:buSzPts val="8500"/>
              <a:buFont typeface="Arial" panose="020B0604020202020204"/>
              <a:buChar char="•"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711200" algn="l" rtl="0">
              <a:spcBef>
                <a:spcPts val="1520"/>
              </a:spcBef>
              <a:spcAft>
                <a:spcPts val="0"/>
              </a:spcAft>
              <a:buClr>
                <a:schemeClr val="dk1"/>
              </a:buClr>
              <a:buSzPts val="7600"/>
              <a:buFont typeface="Arial" panose="020B0604020202020204"/>
              <a:buChar char="–"/>
              <a:defRPr sz="76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711200" algn="l" rtl="0">
              <a:spcBef>
                <a:spcPts val="1520"/>
              </a:spcBef>
              <a:spcAft>
                <a:spcPts val="0"/>
              </a:spcAft>
              <a:buClr>
                <a:schemeClr val="dk1"/>
              </a:buClr>
              <a:buSzPts val="7600"/>
              <a:buFont typeface="Arial" panose="020B0604020202020204"/>
              <a:buChar char="»"/>
              <a:defRPr sz="76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711200" algn="l" rtl="0">
              <a:spcBef>
                <a:spcPts val="1520"/>
              </a:spcBef>
              <a:spcAft>
                <a:spcPts val="0"/>
              </a:spcAft>
              <a:buClr>
                <a:schemeClr val="dk1"/>
              </a:buClr>
              <a:buSzPts val="7600"/>
              <a:buFont typeface="Arial" panose="020B0604020202020204"/>
              <a:buChar char="•"/>
              <a:defRPr sz="76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711200" algn="l" rtl="0">
              <a:spcBef>
                <a:spcPts val="1520"/>
              </a:spcBef>
              <a:spcAft>
                <a:spcPts val="0"/>
              </a:spcAft>
              <a:buClr>
                <a:schemeClr val="dk1"/>
              </a:buClr>
              <a:buSzPts val="7600"/>
              <a:buFont typeface="Arial" panose="020B0604020202020204"/>
              <a:buChar char="•"/>
              <a:defRPr sz="76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711200" algn="l" rtl="0">
              <a:spcBef>
                <a:spcPts val="1520"/>
              </a:spcBef>
              <a:spcAft>
                <a:spcPts val="0"/>
              </a:spcAft>
              <a:buClr>
                <a:schemeClr val="dk1"/>
              </a:buClr>
              <a:buSzPts val="7600"/>
              <a:buFont typeface="Arial" panose="020B0604020202020204"/>
              <a:buChar char="•"/>
              <a:defRPr sz="76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711200" algn="l" rtl="0">
              <a:spcBef>
                <a:spcPts val="1520"/>
              </a:spcBef>
              <a:spcAft>
                <a:spcPts val="0"/>
              </a:spcAft>
              <a:buClr>
                <a:schemeClr val="dk1"/>
              </a:buClr>
              <a:buSzPts val="7600"/>
              <a:buFont typeface="Arial" panose="020B0604020202020204"/>
              <a:buChar char="•"/>
              <a:defRPr sz="76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40" name="Google Shape;40;p6"/>
          <p:cNvSpPr txBox="1">
            <a:spLocks noGrp="1"/>
          </p:cNvSpPr>
          <p:nvPr>
            <p:ph type="body" idx="3"/>
          </p:nvPr>
        </p:nvSpPr>
        <p:spPr>
          <a:xfrm>
            <a:off x="16460809" y="9671212"/>
            <a:ext cx="14323040" cy="4030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2050" tIns="216025" rIns="432050" bIns="216025" anchor="b" anchorCtr="0"/>
          <a:lstStyle>
            <a:lvl1pPr marL="457200" marR="0" lvl="0" indent="-228600" algn="l" rtl="0">
              <a:spcBef>
                <a:spcPts val="2260"/>
              </a:spcBef>
              <a:spcAft>
                <a:spcPts val="0"/>
              </a:spcAft>
              <a:buClr>
                <a:schemeClr val="dk1"/>
              </a:buClr>
              <a:buSzPts val="11300"/>
              <a:buFont typeface="Arial" panose="020B0604020202020204"/>
              <a:buNone/>
              <a:defRPr sz="11300" b="1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228600" algn="l" rtl="0"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500"/>
              <a:buFont typeface="Arial" panose="020B0604020202020204"/>
              <a:buNone/>
              <a:defRPr sz="9500" b="1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228600" algn="l" rtl="0">
              <a:spcBef>
                <a:spcPts val="1700"/>
              </a:spcBef>
              <a:spcAft>
                <a:spcPts val="0"/>
              </a:spcAft>
              <a:buClr>
                <a:schemeClr val="dk1"/>
              </a:buClr>
              <a:buSzPts val="8500"/>
              <a:buFont typeface="Arial" panose="020B0604020202020204"/>
              <a:buNone/>
              <a:defRPr sz="8500" b="1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228600" algn="l" rtl="0">
              <a:spcBef>
                <a:spcPts val="1520"/>
              </a:spcBef>
              <a:spcAft>
                <a:spcPts val="0"/>
              </a:spcAft>
              <a:buClr>
                <a:schemeClr val="dk1"/>
              </a:buClr>
              <a:buSzPts val="7600"/>
              <a:buFont typeface="Arial" panose="020B0604020202020204"/>
              <a:buNone/>
              <a:defRPr sz="7600" b="1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228600" algn="l" rtl="0">
              <a:spcBef>
                <a:spcPts val="1520"/>
              </a:spcBef>
              <a:spcAft>
                <a:spcPts val="0"/>
              </a:spcAft>
              <a:buClr>
                <a:schemeClr val="dk1"/>
              </a:buClr>
              <a:buSzPts val="7600"/>
              <a:buFont typeface="Arial" panose="020B0604020202020204"/>
              <a:buNone/>
              <a:defRPr sz="7600" b="1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228600" algn="l" rtl="0">
              <a:spcBef>
                <a:spcPts val="1520"/>
              </a:spcBef>
              <a:spcAft>
                <a:spcPts val="0"/>
              </a:spcAft>
              <a:buClr>
                <a:schemeClr val="dk1"/>
              </a:buClr>
              <a:buSzPts val="7600"/>
              <a:buFont typeface="Arial" panose="020B0604020202020204"/>
              <a:buNone/>
              <a:defRPr sz="7600" b="1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228600" algn="l" rtl="0">
              <a:spcBef>
                <a:spcPts val="1520"/>
              </a:spcBef>
              <a:spcAft>
                <a:spcPts val="0"/>
              </a:spcAft>
              <a:buClr>
                <a:schemeClr val="dk1"/>
              </a:buClr>
              <a:buSzPts val="7600"/>
              <a:buFont typeface="Arial" panose="020B0604020202020204"/>
              <a:buNone/>
              <a:defRPr sz="7600" b="1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228600" algn="l" rtl="0">
              <a:spcBef>
                <a:spcPts val="1520"/>
              </a:spcBef>
              <a:spcAft>
                <a:spcPts val="0"/>
              </a:spcAft>
              <a:buClr>
                <a:schemeClr val="dk1"/>
              </a:buClr>
              <a:buSzPts val="7600"/>
              <a:buFont typeface="Arial" panose="020B0604020202020204"/>
              <a:buNone/>
              <a:defRPr sz="7600" b="1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228600" algn="l" rtl="0">
              <a:spcBef>
                <a:spcPts val="1520"/>
              </a:spcBef>
              <a:spcAft>
                <a:spcPts val="0"/>
              </a:spcAft>
              <a:buClr>
                <a:schemeClr val="dk1"/>
              </a:buClr>
              <a:buSzPts val="7600"/>
              <a:buFont typeface="Arial" panose="020B0604020202020204"/>
              <a:buNone/>
              <a:defRPr sz="7600" b="1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41" name="Google Shape;41;p6"/>
          <p:cNvSpPr txBox="1">
            <a:spLocks noGrp="1"/>
          </p:cNvSpPr>
          <p:nvPr>
            <p:ph type="body" idx="4"/>
          </p:nvPr>
        </p:nvSpPr>
        <p:spPr>
          <a:xfrm>
            <a:off x="16460809" y="13701713"/>
            <a:ext cx="14323040" cy="248931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2050" tIns="216025" rIns="432050" bIns="216025" anchor="t" anchorCtr="0"/>
          <a:lstStyle>
            <a:lvl1pPr marL="457200" marR="0" lvl="0" indent="-946150" algn="l" rtl="0">
              <a:spcBef>
                <a:spcPts val="2260"/>
              </a:spcBef>
              <a:spcAft>
                <a:spcPts val="0"/>
              </a:spcAft>
              <a:buClr>
                <a:schemeClr val="dk1"/>
              </a:buClr>
              <a:buSzPts val="11300"/>
              <a:buFont typeface="Arial" panose="020B0604020202020204"/>
              <a:buChar char="•"/>
              <a:defRPr sz="113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831850" algn="l" rtl="0"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500"/>
              <a:buFont typeface="Arial" panose="020B0604020202020204"/>
              <a:buChar char="–"/>
              <a:defRPr sz="9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768350" algn="l" rtl="0">
              <a:spcBef>
                <a:spcPts val="1700"/>
              </a:spcBef>
              <a:spcAft>
                <a:spcPts val="0"/>
              </a:spcAft>
              <a:buClr>
                <a:schemeClr val="dk1"/>
              </a:buClr>
              <a:buSzPts val="8500"/>
              <a:buFont typeface="Arial" panose="020B0604020202020204"/>
              <a:buChar char="•"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711200" algn="l" rtl="0">
              <a:spcBef>
                <a:spcPts val="1520"/>
              </a:spcBef>
              <a:spcAft>
                <a:spcPts val="0"/>
              </a:spcAft>
              <a:buClr>
                <a:schemeClr val="dk1"/>
              </a:buClr>
              <a:buSzPts val="7600"/>
              <a:buFont typeface="Arial" panose="020B0604020202020204"/>
              <a:buChar char="–"/>
              <a:defRPr sz="76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711200" algn="l" rtl="0">
              <a:spcBef>
                <a:spcPts val="1520"/>
              </a:spcBef>
              <a:spcAft>
                <a:spcPts val="0"/>
              </a:spcAft>
              <a:buClr>
                <a:schemeClr val="dk1"/>
              </a:buClr>
              <a:buSzPts val="7600"/>
              <a:buFont typeface="Arial" panose="020B0604020202020204"/>
              <a:buChar char="»"/>
              <a:defRPr sz="76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711200" algn="l" rtl="0">
              <a:spcBef>
                <a:spcPts val="1520"/>
              </a:spcBef>
              <a:spcAft>
                <a:spcPts val="0"/>
              </a:spcAft>
              <a:buClr>
                <a:schemeClr val="dk1"/>
              </a:buClr>
              <a:buSzPts val="7600"/>
              <a:buFont typeface="Arial" panose="020B0604020202020204"/>
              <a:buChar char="•"/>
              <a:defRPr sz="76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711200" algn="l" rtl="0">
              <a:spcBef>
                <a:spcPts val="1520"/>
              </a:spcBef>
              <a:spcAft>
                <a:spcPts val="0"/>
              </a:spcAft>
              <a:buClr>
                <a:schemeClr val="dk1"/>
              </a:buClr>
              <a:buSzPts val="7600"/>
              <a:buFont typeface="Arial" panose="020B0604020202020204"/>
              <a:buChar char="•"/>
              <a:defRPr sz="76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711200" algn="l" rtl="0">
              <a:spcBef>
                <a:spcPts val="1520"/>
              </a:spcBef>
              <a:spcAft>
                <a:spcPts val="0"/>
              </a:spcAft>
              <a:buClr>
                <a:schemeClr val="dk1"/>
              </a:buClr>
              <a:buSzPts val="7600"/>
              <a:buFont typeface="Arial" panose="020B0604020202020204"/>
              <a:buChar char="•"/>
              <a:defRPr sz="76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711200" algn="l" rtl="0">
              <a:spcBef>
                <a:spcPts val="1520"/>
              </a:spcBef>
              <a:spcAft>
                <a:spcPts val="0"/>
              </a:spcAft>
              <a:buClr>
                <a:schemeClr val="dk1"/>
              </a:buClr>
              <a:buSzPts val="7600"/>
              <a:buFont typeface="Arial" panose="020B0604020202020204"/>
              <a:buChar char="•"/>
              <a:defRPr sz="76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dt" idx="10"/>
          </p:nvPr>
        </p:nvSpPr>
        <p:spPr>
          <a:xfrm>
            <a:off x="1620203" y="40045009"/>
            <a:ext cx="7560945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2050" tIns="216025" rIns="432050" bIns="216025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ftr" idx="11"/>
          </p:nvPr>
        </p:nvSpPr>
        <p:spPr>
          <a:xfrm>
            <a:off x="11071384" y="40045009"/>
            <a:ext cx="10261283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2050" tIns="216025" rIns="432050" bIns="216025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sldNum" idx="12"/>
          </p:nvPr>
        </p:nvSpPr>
        <p:spPr>
          <a:xfrm>
            <a:off x="23222903" y="40045009"/>
            <a:ext cx="7560945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2050" tIns="216025" rIns="432050" bIns="21602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mente título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 txBox="1">
            <a:spLocks noGrp="1"/>
          </p:cNvSpPr>
          <p:nvPr>
            <p:ph type="title"/>
          </p:nvPr>
        </p:nvSpPr>
        <p:spPr>
          <a:xfrm>
            <a:off x="1620203" y="1730219"/>
            <a:ext cx="29163646" cy="720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2050" tIns="216025" rIns="432050" bIns="216025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0"/>
              <a:buFont typeface="Calibri" panose="020F0502020204030204"/>
              <a:buNone/>
              <a:defRPr sz="20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dt" idx="10"/>
          </p:nvPr>
        </p:nvSpPr>
        <p:spPr>
          <a:xfrm>
            <a:off x="1620203" y="40045009"/>
            <a:ext cx="7560945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2050" tIns="216025" rIns="432050" bIns="216025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ftr" idx="11"/>
          </p:nvPr>
        </p:nvSpPr>
        <p:spPr>
          <a:xfrm>
            <a:off x="11071384" y="40045009"/>
            <a:ext cx="10261283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2050" tIns="216025" rIns="432050" bIns="216025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49" name="Google Shape;49;p7"/>
          <p:cNvSpPr txBox="1">
            <a:spLocks noGrp="1"/>
          </p:cNvSpPr>
          <p:nvPr>
            <p:ph type="sldNum" idx="12"/>
          </p:nvPr>
        </p:nvSpPr>
        <p:spPr>
          <a:xfrm>
            <a:off x="23222903" y="40045009"/>
            <a:ext cx="7560945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2050" tIns="216025" rIns="432050" bIns="21602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m branco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1620203" y="40045009"/>
            <a:ext cx="7560945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2050" tIns="216025" rIns="432050" bIns="216025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11071384" y="40045009"/>
            <a:ext cx="10261283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2050" tIns="216025" rIns="432050" bIns="216025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23222903" y="40045009"/>
            <a:ext cx="7560945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2050" tIns="216025" rIns="432050" bIns="21602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údo com Legenda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1620204" y="1720215"/>
            <a:ext cx="10660709" cy="73209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2050" tIns="216025" rIns="432050" bIns="216025" anchor="b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500"/>
              <a:buFont typeface="Calibri" panose="020F0502020204030204"/>
              <a:buNone/>
              <a:defRPr sz="9500" b="1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12669083" y="1720218"/>
            <a:ext cx="18114764" cy="36874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2050" tIns="216025" rIns="432050" bIns="216025" anchor="t" anchorCtr="0"/>
          <a:lstStyle>
            <a:lvl1pPr marL="457200" marR="0" lvl="0" indent="-1187450" algn="l" rtl="0">
              <a:spcBef>
                <a:spcPts val="3020"/>
              </a:spcBef>
              <a:spcAft>
                <a:spcPts val="0"/>
              </a:spcAft>
              <a:buClr>
                <a:schemeClr val="dk1"/>
              </a:buClr>
              <a:buSzPts val="15100"/>
              <a:buFont typeface="Arial" panose="020B0604020202020204"/>
              <a:buChar char="•"/>
              <a:defRPr sz="151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1066800" algn="l" rtl="0">
              <a:spcBef>
                <a:spcPts val="2640"/>
              </a:spcBef>
              <a:spcAft>
                <a:spcPts val="0"/>
              </a:spcAft>
              <a:buClr>
                <a:schemeClr val="dk1"/>
              </a:buClr>
              <a:buSzPts val="13200"/>
              <a:buFont typeface="Arial" panose="020B0604020202020204"/>
              <a:buChar char="–"/>
              <a:defRPr sz="13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946150" algn="l" rtl="0">
              <a:spcBef>
                <a:spcPts val="2260"/>
              </a:spcBef>
              <a:spcAft>
                <a:spcPts val="0"/>
              </a:spcAft>
              <a:buClr>
                <a:schemeClr val="dk1"/>
              </a:buClr>
              <a:buSzPts val="11300"/>
              <a:buFont typeface="Arial" panose="020B0604020202020204"/>
              <a:buChar char="•"/>
              <a:defRPr sz="113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831850" algn="l" rtl="0"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500"/>
              <a:buFont typeface="Arial" panose="020B0604020202020204"/>
              <a:buChar char="–"/>
              <a:defRPr sz="9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831850" algn="l" rtl="0"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500"/>
              <a:buFont typeface="Arial" panose="020B0604020202020204"/>
              <a:buChar char="»"/>
              <a:defRPr sz="9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831850" algn="l" rtl="0"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500"/>
              <a:buFont typeface="Arial" panose="020B0604020202020204"/>
              <a:buChar char="•"/>
              <a:defRPr sz="9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831850" algn="l" rtl="0"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500"/>
              <a:buFont typeface="Arial" panose="020B0604020202020204"/>
              <a:buChar char="•"/>
              <a:defRPr sz="9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831850" algn="l" rtl="0"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500"/>
              <a:buFont typeface="Arial" panose="020B0604020202020204"/>
              <a:buChar char="•"/>
              <a:defRPr sz="9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831850" algn="l" rtl="0"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500"/>
              <a:buFont typeface="Arial" panose="020B0604020202020204"/>
              <a:buChar char="•"/>
              <a:defRPr sz="9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1620204" y="9041133"/>
            <a:ext cx="10660709" cy="29553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2050" tIns="216025" rIns="432050" bIns="216025" anchor="t" anchorCtr="0"/>
          <a:lstStyle>
            <a:lvl1pPr marL="457200" marR="0" lvl="0" indent="-228600" algn="l" rtl="0">
              <a:spcBef>
                <a:spcPts val="1320"/>
              </a:spcBef>
              <a:spcAft>
                <a:spcPts val="0"/>
              </a:spcAft>
              <a:buClr>
                <a:schemeClr val="dk1"/>
              </a:buClr>
              <a:buSzPts val="6600"/>
              <a:buFont typeface="Arial" panose="020B0604020202020204"/>
              <a:buNone/>
              <a:defRPr sz="66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228600" algn="l" rtl="0">
              <a:spcBef>
                <a:spcPts val="1140"/>
              </a:spcBef>
              <a:spcAft>
                <a:spcPts val="0"/>
              </a:spcAft>
              <a:buClr>
                <a:schemeClr val="dk1"/>
              </a:buClr>
              <a:buSzPts val="5700"/>
              <a:buFont typeface="Arial" panose="020B0604020202020204"/>
              <a:buNone/>
              <a:defRPr sz="57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228600" algn="l" rtl="0">
              <a:spcBef>
                <a:spcPts val="940"/>
              </a:spcBef>
              <a:spcAft>
                <a:spcPts val="0"/>
              </a:spcAft>
              <a:buClr>
                <a:schemeClr val="dk1"/>
              </a:buClr>
              <a:buSzPts val="4700"/>
              <a:buFont typeface="Arial" panose="020B0604020202020204"/>
              <a:buNone/>
              <a:defRPr sz="47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228600" algn="l" rtl="0">
              <a:spcBef>
                <a:spcPts val="86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rial" panose="020B0604020202020204"/>
              <a:buNone/>
              <a:defRPr sz="43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228600" algn="l" rtl="0">
              <a:spcBef>
                <a:spcPts val="86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rial" panose="020B0604020202020204"/>
              <a:buNone/>
              <a:defRPr sz="43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228600" algn="l" rtl="0">
              <a:spcBef>
                <a:spcPts val="86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rial" panose="020B0604020202020204"/>
              <a:buNone/>
              <a:defRPr sz="43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228600" algn="l" rtl="0">
              <a:spcBef>
                <a:spcPts val="86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rial" panose="020B0604020202020204"/>
              <a:buNone/>
              <a:defRPr sz="43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228600" algn="l" rtl="0">
              <a:spcBef>
                <a:spcPts val="86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rial" panose="020B0604020202020204"/>
              <a:buNone/>
              <a:defRPr sz="43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228600" algn="l" rtl="0">
              <a:spcBef>
                <a:spcPts val="86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rial" panose="020B0604020202020204"/>
              <a:buNone/>
              <a:defRPr sz="43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1620203" y="40045009"/>
            <a:ext cx="7560945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2050" tIns="216025" rIns="432050" bIns="216025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11071384" y="40045009"/>
            <a:ext cx="10261283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2050" tIns="216025" rIns="432050" bIns="216025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23222903" y="40045009"/>
            <a:ext cx="7560945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2050" tIns="216025" rIns="432050" bIns="21602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m com Legenda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6351421" y="30243781"/>
            <a:ext cx="19442430" cy="35704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2050" tIns="216025" rIns="432050" bIns="216025" anchor="b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500"/>
              <a:buFont typeface="Calibri" panose="020F0502020204030204"/>
              <a:buNone/>
              <a:defRPr sz="9500" b="1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6351421" y="3860483"/>
            <a:ext cx="19442430" cy="25923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2050" tIns="216025" rIns="432050" bIns="216025" anchor="t" anchorCtr="0"/>
          <a:lstStyle>
            <a:lvl1pPr marR="0" lvl="0" algn="l" rtl="0">
              <a:spcBef>
                <a:spcPts val="3020"/>
              </a:spcBef>
              <a:spcAft>
                <a:spcPts val="0"/>
              </a:spcAft>
              <a:buClr>
                <a:schemeClr val="dk1"/>
              </a:buClr>
              <a:buSzPts val="15100"/>
              <a:buFont typeface="Arial" panose="020B0604020202020204"/>
              <a:buNone/>
              <a:defRPr sz="151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2640"/>
              </a:spcBef>
              <a:spcAft>
                <a:spcPts val="0"/>
              </a:spcAft>
              <a:buClr>
                <a:schemeClr val="dk1"/>
              </a:buClr>
              <a:buSzPts val="13200"/>
              <a:buFont typeface="Arial" panose="020B0604020202020204"/>
              <a:buNone/>
              <a:defRPr sz="13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2260"/>
              </a:spcBef>
              <a:spcAft>
                <a:spcPts val="0"/>
              </a:spcAft>
              <a:buClr>
                <a:schemeClr val="dk1"/>
              </a:buClr>
              <a:buSzPts val="11300"/>
              <a:buFont typeface="Arial" panose="020B0604020202020204"/>
              <a:buNone/>
              <a:defRPr sz="113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500"/>
              <a:buFont typeface="Arial" panose="020B0604020202020204"/>
              <a:buNone/>
              <a:defRPr sz="9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500"/>
              <a:buFont typeface="Arial" panose="020B0604020202020204"/>
              <a:buNone/>
              <a:defRPr sz="9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500"/>
              <a:buFont typeface="Arial" panose="020B0604020202020204"/>
              <a:buNone/>
              <a:defRPr sz="9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500"/>
              <a:buFont typeface="Arial" panose="020B0604020202020204"/>
              <a:buNone/>
              <a:defRPr sz="9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500"/>
              <a:buFont typeface="Arial" panose="020B0604020202020204"/>
              <a:buNone/>
              <a:defRPr sz="9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500"/>
              <a:buFont typeface="Arial" panose="020B0604020202020204"/>
              <a:buNone/>
              <a:defRPr sz="9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6351421" y="33814228"/>
            <a:ext cx="19442430" cy="5070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2050" tIns="216025" rIns="432050" bIns="216025" anchor="t" anchorCtr="0"/>
          <a:lstStyle>
            <a:lvl1pPr marL="457200" marR="0" lvl="0" indent="-228600" algn="l" rtl="0">
              <a:spcBef>
                <a:spcPts val="1320"/>
              </a:spcBef>
              <a:spcAft>
                <a:spcPts val="0"/>
              </a:spcAft>
              <a:buClr>
                <a:schemeClr val="dk1"/>
              </a:buClr>
              <a:buSzPts val="6600"/>
              <a:buFont typeface="Arial" panose="020B0604020202020204"/>
              <a:buNone/>
              <a:defRPr sz="66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228600" algn="l" rtl="0">
              <a:spcBef>
                <a:spcPts val="1140"/>
              </a:spcBef>
              <a:spcAft>
                <a:spcPts val="0"/>
              </a:spcAft>
              <a:buClr>
                <a:schemeClr val="dk1"/>
              </a:buClr>
              <a:buSzPts val="5700"/>
              <a:buFont typeface="Arial" panose="020B0604020202020204"/>
              <a:buNone/>
              <a:defRPr sz="57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228600" algn="l" rtl="0">
              <a:spcBef>
                <a:spcPts val="940"/>
              </a:spcBef>
              <a:spcAft>
                <a:spcPts val="0"/>
              </a:spcAft>
              <a:buClr>
                <a:schemeClr val="dk1"/>
              </a:buClr>
              <a:buSzPts val="4700"/>
              <a:buFont typeface="Arial" panose="020B0604020202020204"/>
              <a:buNone/>
              <a:defRPr sz="47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228600" algn="l" rtl="0">
              <a:spcBef>
                <a:spcPts val="86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rial" panose="020B0604020202020204"/>
              <a:buNone/>
              <a:defRPr sz="43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228600" algn="l" rtl="0">
              <a:spcBef>
                <a:spcPts val="86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rial" panose="020B0604020202020204"/>
              <a:buNone/>
              <a:defRPr sz="43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228600" algn="l" rtl="0">
              <a:spcBef>
                <a:spcPts val="86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rial" panose="020B0604020202020204"/>
              <a:buNone/>
              <a:defRPr sz="43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228600" algn="l" rtl="0">
              <a:spcBef>
                <a:spcPts val="86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rial" panose="020B0604020202020204"/>
              <a:buNone/>
              <a:defRPr sz="43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228600" algn="l" rtl="0">
              <a:spcBef>
                <a:spcPts val="86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rial" panose="020B0604020202020204"/>
              <a:buNone/>
              <a:defRPr sz="43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228600" algn="l" rtl="0">
              <a:spcBef>
                <a:spcPts val="86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Arial" panose="020B0604020202020204"/>
              <a:buNone/>
              <a:defRPr sz="43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1620203" y="40045009"/>
            <a:ext cx="7560945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2050" tIns="216025" rIns="432050" bIns="216025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11071384" y="40045009"/>
            <a:ext cx="10261283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2050" tIns="216025" rIns="432050" bIns="216025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23222903" y="40045009"/>
            <a:ext cx="7560945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2050" tIns="216025" rIns="432050" bIns="21602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texto vertical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1620203" y="1730219"/>
            <a:ext cx="29163646" cy="720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2050" tIns="216025" rIns="432050" bIns="216025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0"/>
              <a:buFont typeface="Calibri" panose="020F0502020204030204"/>
              <a:buNone/>
              <a:defRPr sz="20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1945241" y="9756224"/>
            <a:ext cx="28513567" cy="291636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2050" tIns="216025" rIns="432050" bIns="216025" anchor="t" anchorCtr="0"/>
          <a:lstStyle>
            <a:lvl1pPr marL="457200" marR="0" lvl="0" indent="-1187450" algn="l" rtl="0">
              <a:spcBef>
                <a:spcPts val="3020"/>
              </a:spcBef>
              <a:spcAft>
                <a:spcPts val="0"/>
              </a:spcAft>
              <a:buClr>
                <a:schemeClr val="dk1"/>
              </a:buClr>
              <a:buSzPts val="15100"/>
              <a:buFont typeface="Arial" panose="020B0604020202020204"/>
              <a:buChar char="•"/>
              <a:defRPr sz="151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1066800" algn="l" rtl="0">
              <a:spcBef>
                <a:spcPts val="2640"/>
              </a:spcBef>
              <a:spcAft>
                <a:spcPts val="0"/>
              </a:spcAft>
              <a:buClr>
                <a:schemeClr val="dk1"/>
              </a:buClr>
              <a:buSzPts val="13200"/>
              <a:buFont typeface="Arial" panose="020B0604020202020204"/>
              <a:buChar char="–"/>
              <a:defRPr sz="13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946150" algn="l" rtl="0">
              <a:spcBef>
                <a:spcPts val="2260"/>
              </a:spcBef>
              <a:spcAft>
                <a:spcPts val="0"/>
              </a:spcAft>
              <a:buClr>
                <a:schemeClr val="dk1"/>
              </a:buClr>
              <a:buSzPts val="11300"/>
              <a:buFont typeface="Arial" panose="020B0604020202020204"/>
              <a:buChar char="•"/>
              <a:defRPr sz="113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831850" algn="l" rtl="0"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500"/>
              <a:buFont typeface="Arial" panose="020B0604020202020204"/>
              <a:buChar char="–"/>
              <a:defRPr sz="9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831850" algn="l" rtl="0"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500"/>
              <a:buFont typeface="Arial" panose="020B0604020202020204"/>
              <a:buChar char="»"/>
              <a:defRPr sz="9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831850" algn="l" rtl="0"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500"/>
              <a:buFont typeface="Arial" panose="020B0604020202020204"/>
              <a:buChar char="•"/>
              <a:defRPr sz="9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831850" algn="l" rtl="0"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500"/>
              <a:buFont typeface="Arial" panose="020B0604020202020204"/>
              <a:buChar char="•"/>
              <a:defRPr sz="9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831850" algn="l" rtl="0"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500"/>
              <a:buFont typeface="Arial" panose="020B0604020202020204"/>
              <a:buChar char="•"/>
              <a:defRPr sz="9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831850" algn="l" rtl="0"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500"/>
              <a:buFont typeface="Arial" panose="020B0604020202020204"/>
              <a:buChar char="•"/>
              <a:defRPr sz="9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1620203" y="40045009"/>
            <a:ext cx="7560945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2050" tIns="216025" rIns="432050" bIns="216025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11071384" y="40045009"/>
            <a:ext cx="10261283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2050" tIns="216025" rIns="432050" bIns="216025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23222903" y="40045009"/>
            <a:ext cx="7560945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2050" tIns="216025" rIns="432050" bIns="21602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texto verticais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8706088" y="16517070"/>
            <a:ext cx="36864607" cy="72909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2050" tIns="216025" rIns="432050" bIns="216025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0"/>
              <a:buFont typeface="Calibri" panose="020F0502020204030204"/>
              <a:buNone/>
              <a:defRPr sz="20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-6145767" y="9496193"/>
            <a:ext cx="36864607" cy="21332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2050" tIns="216025" rIns="432050" bIns="216025" anchor="t" anchorCtr="0"/>
          <a:lstStyle>
            <a:lvl1pPr marL="457200" marR="0" lvl="0" indent="-1187450" algn="l" rtl="0">
              <a:spcBef>
                <a:spcPts val="3020"/>
              </a:spcBef>
              <a:spcAft>
                <a:spcPts val="0"/>
              </a:spcAft>
              <a:buClr>
                <a:schemeClr val="dk1"/>
              </a:buClr>
              <a:buSzPts val="15100"/>
              <a:buFont typeface="Arial" panose="020B0604020202020204"/>
              <a:buChar char="•"/>
              <a:defRPr sz="151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1066800" algn="l" rtl="0">
              <a:spcBef>
                <a:spcPts val="2640"/>
              </a:spcBef>
              <a:spcAft>
                <a:spcPts val="0"/>
              </a:spcAft>
              <a:buClr>
                <a:schemeClr val="dk1"/>
              </a:buClr>
              <a:buSzPts val="13200"/>
              <a:buFont typeface="Arial" panose="020B0604020202020204"/>
              <a:buChar char="–"/>
              <a:defRPr sz="13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946150" algn="l" rtl="0">
              <a:spcBef>
                <a:spcPts val="2260"/>
              </a:spcBef>
              <a:spcAft>
                <a:spcPts val="0"/>
              </a:spcAft>
              <a:buClr>
                <a:schemeClr val="dk1"/>
              </a:buClr>
              <a:buSzPts val="11300"/>
              <a:buFont typeface="Arial" panose="020B0604020202020204"/>
              <a:buChar char="•"/>
              <a:defRPr sz="113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831850" algn="l" rtl="0"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500"/>
              <a:buFont typeface="Arial" panose="020B0604020202020204"/>
              <a:buChar char="–"/>
              <a:defRPr sz="9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831850" algn="l" rtl="0"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500"/>
              <a:buFont typeface="Arial" panose="020B0604020202020204"/>
              <a:buChar char="»"/>
              <a:defRPr sz="9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831850" algn="l" rtl="0"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500"/>
              <a:buFont typeface="Arial" panose="020B0604020202020204"/>
              <a:buChar char="•"/>
              <a:defRPr sz="9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831850" algn="l" rtl="0"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500"/>
              <a:buFont typeface="Arial" panose="020B0604020202020204"/>
              <a:buChar char="•"/>
              <a:defRPr sz="9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831850" algn="l" rtl="0"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500"/>
              <a:buFont typeface="Arial" panose="020B0604020202020204"/>
              <a:buChar char="•"/>
              <a:defRPr sz="9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831850" algn="l" rtl="0"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500"/>
              <a:buFont typeface="Arial" panose="020B0604020202020204"/>
              <a:buChar char="•"/>
              <a:defRPr sz="9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1620203" y="40045009"/>
            <a:ext cx="7560945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2050" tIns="216025" rIns="432050" bIns="216025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11071384" y="40045009"/>
            <a:ext cx="10261283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2050" tIns="216025" rIns="432050" bIns="216025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23222903" y="40045009"/>
            <a:ext cx="7560945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2050" tIns="216025" rIns="432050" bIns="21602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spcBef>
                <a:spcPts val="0"/>
              </a:spcBef>
              <a:buNone/>
              <a:defRPr sz="5700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1620203" y="1730219"/>
            <a:ext cx="29163646" cy="720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2050" tIns="216025" rIns="432050" bIns="216025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0"/>
              <a:buFont typeface="Calibri" panose="020F0502020204030204"/>
              <a:buNone/>
              <a:defRPr sz="20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1620203" y="10081263"/>
            <a:ext cx="29163646" cy="28513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2050" tIns="216025" rIns="432050" bIns="216025" anchor="t" anchorCtr="0"/>
          <a:lstStyle>
            <a:lvl1pPr marL="457200" marR="0" lvl="0" indent="-1187450" algn="l" rtl="0">
              <a:spcBef>
                <a:spcPts val="3020"/>
              </a:spcBef>
              <a:spcAft>
                <a:spcPts val="0"/>
              </a:spcAft>
              <a:buClr>
                <a:schemeClr val="dk1"/>
              </a:buClr>
              <a:buSzPts val="15100"/>
              <a:buFont typeface="Arial" panose="020B0604020202020204"/>
              <a:buChar char="•"/>
              <a:defRPr sz="151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1066800" algn="l" rtl="0">
              <a:spcBef>
                <a:spcPts val="2640"/>
              </a:spcBef>
              <a:spcAft>
                <a:spcPts val="0"/>
              </a:spcAft>
              <a:buClr>
                <a:schemeClr val="dk1"/>
              </a:buClr>
              <a:buSzPts val="13200"/>
              <a:buFont typeface="Arial" panose="020B0604020202020204"/>
              <a:buChar char="–"/>
              <a:defRPr sz="13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946150" algn="l" rtl="0">
              <a:spcBef>
                <a:spcPts val="2260"/>
              </a:spcBef>
              <a:spcAft>
                <a:spcPts val="0"/>
              </a:spcAft>
              <a:buClr>
                <a:schemeClr val="dk1"/>
              </a:buClr>
              <a:buSzPts val="11300"/>
              <a:buFont typeface="Arial" panose="020B0604020202020204"/>
              <a:buChar char="•"/>
              <a:defRPr sz="113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831850" algn="l" rtl="0"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500"/>
              <a:buFont typeface="Arial" panose="020B0604020202020204"/>
              <a:buChar char="–"/>
              <a:defRPr sz="9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831850" algn="l" rtl="0"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500"/>
              <a:buFont typeface="Arial" panose="020B0604020202020204"/>
              <a:buChar char="»"/>
              <a:defRPr sz="9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831850" algn="l" rtl="0"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500"/>
              <a:buFont typeface="Arial" panose="020B0604020202020204"/>
              <a:buChar char="•"/>
              <a:defRPr sz="9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831850" algn="l" rtl="0"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500"/>
              <a:buFont typeface="Arial" panose="020B0604020202020204"/>
              <a:buChar char="•"/>
              <a:defRPr sz="9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831850" algn="l" rtl="0"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500"/>
              <a:buFont typeface="Arial" panose="020B0604020202020204"/>
              <a:buChar char="•"/>
              <a:defRPr sz="9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831850" algn="l" rtl="0"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500"/>
              <a:buFont typeface="Arial" panose="020B0604020202020204"/>
              <a:buChar char="•"/>
              <a:defRPr sz="9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1620203" y="40045009"/>
            <a:ext cx="7560945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2050" tIns="216025" rIns="432050" bIns="216025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57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11071384" y="40045009"/>
            <a:ext cx="10261283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2050" tIns="216025" rIns="432050" bIns="216025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57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23222903" y="40045009"/>
            <a:ext cx="7560945" cy="23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2050" tIns="216025" rIns="432050" bIns="21602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57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spcBef>
                <a:spcPts val="0"/>
              </a:spcBef>
              <a:buNone/>
              <a:defRPr sz="57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spcBef>
                <a:spcPts val="0"/>
              </a:spcBef>
              <a:buNone/>
              <a:defRPr sz="57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spcBef>
                <a:spcPts val="0"/>
              </a:spcBef>
              <a:buNone/>
              <a:defRPr sz="57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spcBef>
                <a:spcPts val="0"/>
              </a:spcBef>
              <a:buNone/>
              <a:defRPr sz="57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spcBef>
                <a:spcPts val="0"/>
              </a:spcBef>
              <a:buNone/>
              <a:defRPr sz="57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spcBef>
                <a:spcPts val="0"/>
              </a:spcBef>
              <a:buNone/>
              <a:defRPr sz="57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spcBef>
                <a:spcPts val="0"/>
              </a:spcBef>
              <a:buNone/>
              <a:defRPr sz="57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spcBef>
                <a:spcPts val="0"/>
              </a:spcBef>
              <a:buNone/>
              <a:defRPr sz="57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 lang="pt-BR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/>
          <p:nvPr/>
        </p:nvSpPr>
        <p:spPr>
          <a:xfrm>
            <a:off x="0" y="-71708"/>
            <a:ext cx="32404049" cy="6526894"/>
          </a:xfrm>
          <a:prstGeom prst="rect">
            <a:avLst/>
          </a:prstGeom>
          <a:gradFill>
            <a:gsLst>
              <a:gs pos="0">
                <a:srgbClr val="284971"/>
              </a:gs>
              <a:gs pos="50000">
                <a:srgbClr val="3B6AA4"/>
              </a:gs>
              <a:gs pos="100000">
                <a:srgbClr val="4680C5"/>
              </a:gs>
            </a:gsLst>
            <a:lin ang="81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8500" b="0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6" name="Google Shape;86;p13"/>
          <p:cNvSpPr/>
          <p:nvPr/>
        </p:nvSpPr>
        <p:spPr>
          <a:xfrm>
            <a:off x="1524234" y="10685518"/>
            <a:ext cx="12717681" cy="2912301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pt-BR" sz="5400" dirty="0">
                <a:solidFill>
                  <a:schemeClr val="dk1"/>
                </a:solidFill>
                <a:latin typeface="+mn-lt"/>
                <a:ea typeface="Calibri" panose="020F0502020204030204"/>
                <a:cs typeface="Calibri" panose="020F0502020204030204"/>
                <a:sym typeface="Calibri" panose="020F0502020204030204"/>
              </a:rPr>
              <a:t>O fenômeno "vibe </a:t>
            </a:r>
            <a:r>
              <a:rPr lang="pt-BR" sz="5400" dirty="0" err="1">
                <a:solidFill>
                  <a:schemeClr val="dk1"/>
                </a:solidFill>
                <a:latin typeface="+mn-lt"/>
                <a:ea typeface="Calibri" panose="020F0502020204030204"/>
                <a:cs typeface="Calibri" panose="020F0502020204030204"/>
                <a:sym typeface="Calibri" panose="020F0502020204030204"/>
              </a:rPr>
              <a:t>coding</a:t>
            </a:r>
            <a:r>
              <a:rPr lang="pt-BR" sz="5400" dirty="0">
                <a:solidFill>
                  <a:schemeClr val="dk1"/>
                </a:solidFill>
                <a:latin typeface="+mn-lt"/>
                <a:ea typeface="Calibri" panose="020F0502020204030204"/>
                <a:cs typeface="Calibri" panose="020F0502020204030204"/>
                <a:sym typeface="Calibri" panose="020F0502020204030204"/>
              </a:rPr>
              <a:t>" caracteriza-se pelo desenvolvimento acelerado com auxílio massivo de ferramentas de IA generativa (GitHub </a:t>
            </a:r>
            <a:r>
              <a:rPr lang="pt-BR" sz="5400" dirty="0" err="1">
                <a:solidFill>
                  <a:schemeClr val="dk1"/>
                </a:solidFill>
                <a:latin typeface="+mn-lt"/>
                <a:ea typeface="Calibri" panose="020F0502020204030204"/>
                <a:cs typeface="Calibri" panose="020F0502020204030204"/>
                <a:sym typeface="Calibri" panose="020F0502020204030204"/>
              </a:rPr>
              <a:t>Copilot</a:t>
            </a:r>
            <a:r>
              <a:rPr lang="pt-BR" sz="5400" dirty="0">
                <a:solidFill>
                  <a:schemeClr val="dk1"/>
                </a:solidFill>
                <a:latin typeface="+mn-lt"/>
                <a:ea typeface="Calibri" panose="020F0502020204030204"/>
                <a:cs typeface="Calibri" panose="020F0502020204030204"/>
                <a:sym typeface="Calibri" panose="020F0502020204030204"/>
              </a:rPr>
              <a:t>, </a:t>
            </a:r>
            <a:r>
              <a:rPr lang="pt-BR" sz="5400" dirty="0" err="1">
                <a:solidFill>
                  <a:schemeClr val="dk1"/>
                </a:solidFill>
                <a:latin typeface="+mn-lt"/>
                <a:ea typeface="Calibri" panose="020F0502020204030204"/>
                <a:cs typeface="Calibri" panose="020F0502020204030204"/>
                <a:sym typeface="Calibri" panose="020F0502020204030204"/>
              </a:rPr>
              <a:t>ChatGPT</a:t>
            </a:r>
            <a:r>
              <a:rPr lang="pt-BR" sz="5400" dirty="0">
                <a:solidFill>
                  <a:schemeClr val="dk1"/>
                </a:solidFill>
                <a:latin typeface="+mn-lt"/>
                <a:ea typeface="Calibri" panose="020F0502020204030204"/>
                <a:cs typeface="Calibri" panose="020F0502020204030204"/>
                <a:sym typeface="Calibri" panose="020F0502020204030204"/>
              </a:rPr>
              <a:t>, Claude), priorizando velocidade sobre práticas consolidadas de engenharia de software. Esta pesquisa investiga como essa abordagem contribui para o acúmulo de dívidas técnicas, termo cunhado por Ward Cunningham (1992) que representa o custo implícito </a:t>
            </a:r>
            <a:endParaRPr sz="5400" b="0" i="0" u="none" strike="noStrike" cap="none" dirty="0">
              <a:solidFill>
                <a:schemeClr val="dk1"/>
              </a:solidFill>
              <a:latin typeface="+mn-lt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216248" y="3685950"/>
            <a:ext cx="17409599" cy="1886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800" b="0" i="0" u="none" strike="noStrike" cap="none" dirty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Disciplina: </a:t>
            </a:r>
            <a:r>
              <a:rPr lang="pt-BR" sz="4800" b="0" i="0" u="none" strike="noStrike" cap="none" dirty="0" smtClean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Projeto Final de Curso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800" b="0" i="0" u="none" strike="noStrike" cap="none" dirty="0" smtClean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Aluno</a:t>
            </a:r>
            <a:r>
              <a:rPr lang="pt-BR" sz="4800" b="0" i="0" u="none" strike="noStrike" cap="none" dirty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: </a:t>
            </a:r>
            <a:r>
              <a:rPr lang="pt-BR" sz="4800" b="0" i="0" u="none" strike="noStrike" cap="none" dirty="0" smtClean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22259135-2 – Renan Geraldini Leão</a:t>
            </a:r>
            <a:endParaRPr sz="4800" dirty="0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800" dirty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Orientador: </a:t>
            </a:r>
            <a:r>
              <a:rPr lang="pt-BR" sz="4800" dirty="0" smtClean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João Paulo </a:t>
            </a:r>
            <a:r>
              <a:rPr lang="pt-BR" sz="4800" dirty="0" err="1" smtClean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Biazotto</a:t>
            </a:r>
            <a:endParaRPr sz="4800" dirty="0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9" name="Google Shape;89;p13"/>
          <p:cNvSpPr txBox="1"/>
          <p:nvPr/>
        </p:nvSpPr>
        <p:spPr>
          <a:xfrm>
            <a:off x="1524234" y="18151051"/>
            <a:ext cx="12717681" cy="7325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pt-BR" sz="3600" dirty="0" smtClean="0">
                <a:latin typeface="+mn-lt"/>
                <a:cs typeface="Calibri" panose="020F0502020204030204" pitchFamily="34" charset="0"/>
              </a:rPr>
              <a:t>Investigar </a:t>
            </a:r>
            <a:r>
              <a:rPr lang="pt-BR" sz="3600" dirty="0">
                <a:latin typeface="+mn-lt"/>
                <a:cs typeface="Calibri" panose="020F0502020204030204" pitchFamily="34" charset="0"/>
              </a:rPr>
              <a:t>a relação entre vibe </a:t>
            </a:r>
            <a:r>
              <a:rPr lang="pt-BR" sz="3600" dirty="0" err="1">
                <a:latin typeface="+mn-lt"/>
                <a:cs typeface="Calibri" panose="020F0502020204030204" pitchFamily="34" charset="0"/>
              </a:rPr>
              <a:t>coding</a:t>
            </a:r>
            <a:r>
              <a:rPr lang="pt-BR" sz="3600" dirty="0">
                <a:latin typeface="+mn-lt"/>
                <a:cs typeface="Calibri" panose="020F0502020204030204" pitchFamily="34" charset="0"/>
              </a:rPr>
              <a:t> e acúmulo de dívidas técnicas, analisando impactos na qualidade, segurança e sustentabilidade de software através de metodologia qualitativa exploratória.</a:t>
            </a:r>
          </a:p>
          <a:p>
            <a:r>
              <a:rPr lang="pt-BR" sz="3600" dirty="0" smtClean="0">
                <a:latin typeface="+mn-lt"/>
                <a:cs typeface="Calibri" panose="020F0502020204030204" pitchFamily="34" charset="0"/>
              </a:rPr>
              <a:t>- Caracterizar </a:t>
            </a:r>
            <a:r>
              <a:rPr lang="pt-BR" sz="3600" dirty="0">
                <a:latin typeface="+mn-lt"/>
                <a:cs typeface="Calibri" panose="020F0502020204030204" pitchFamily="34" charset="0"/>
              </a:rPr>
              <a:t>o fenômeno do vibe </a:t>
            </a:r>
            <a:r>
              <a:rPr lang="pt-BR" sz="3600" dirty="0" err="1">
                <a:latin typeface="+mn-lt"/>
                <a:cs typeface="Calibri" panose="020F0502020204030204" pitchFamily="34" charset="0"/>
              </a:rPr>
              <a:t>coding</a:t>
            </a:r>
            <a:r>
              <a:rPr lang="pt-BR" sz="3600" dirty="0">
                <a:latin typeface="+mn-lt"/>
                <a:cs typeface="Calibri" panose="020F0502020204030204" pitchFamily="34" charset="0"/>
              </a:rPr>
              <a:t> no desenvolvimento contemporâneo</a:t>
            </a:r>
          </a:p>
          <a:p>
            <a:r>
              <a:rPr lang="pt-BR" sz="3600" dirty="0" smtClean="0">
                <a:latin typeface="+mn-lt"/>
                <a:cs typeface="Calibri" panose="020F0502020204030204" pitchFamily="34" charset="0"/>
              </a:rPr>
              <a:t>- Mapear </a:t>
            </a:r>
            <a:r>
              <a:rPr lang="pt-BR" sz="3600" dirty="0">
                <a:latin typeface="+mn-lt"/>
                <a:cs typeface="Calibri" panose="020F0502020204030204" pitchFamily="34" charset="0"/>
              </a:rPr>
              <a:t>categorias de dívidas técnicas usando taxonomia de Alves et al. (2016)</a:t>
            </a:r>
          </a:p>
          <a:p>
            <a:r>
              <a:rPr lang="pt-BR" sz="3600" dirty="0" smtClean="0">
                <a:latin typeface="+mn-lt"/>
                <a:cs typeface="Calibri" panose="020F0502020204030204" pitchFamily="34" charset="0"/>
              </a:rPr>
              <a:t>- Identificar </a:t>
            </a:r>
            <a:r>
              <a:rPr lang="pt-BR" sz="3600" dirty="0">
                <a:latin typeface="+mn-lt"/>
                <a:cs typeface="Calibri" panose="020F0502020204030204" pitchFamily="34" charset="0"/>
              </a:rPr>
              <a:t>vulnerabilidades de segurança em código gerado por IA</a:t>
            </a:r>
          </a:p>
          <a:p>
            <a:r>
              <a:rPr lang="pt-BR" sz="3600" dirty="0" smtClean="0">
                <a:latin typeface="+mn-lt"/>
                <a:cs typeface="Calibri" panose="020F0502020204030204" pitchFamily="34" charset="0"/>
              </a:rPr>
              <a:t>- Documentar </a:t>
            </a:r>
            <a:r>
              <a:rPr lang="pt-BR" sz="3600" dirty="0">
                <a:latin typeface="+mn-lt"/>
                <a:cs typeface="Calibri" panose="020F0502020204030204" pitchFamily="34" charset="0"/>
              </a:rPr>
              <a:t>o fenômeno do "Ciclo de Validação Falso"</a:t>
            </a:r>
          </a:p>
          <a:p>
            <a:r>
              <a:rPr lang="pt-BR" sz="3600" dirty="0">
                <a:latin typeface="+mn-lt"/>
                <a:cs typeface="Calibri" panose="020F0502020204030204" pitchFamily="34" charset="0"/>
              </a:rPr>
              <a:t>Propor framework de diretrizes em três níveis de mitigação</a:t>
            </a:r>
          </a:p>
        </p:txBody>
      </p:sp>
      <p:sp>
        <p:nvSpPr>
          <p:cNvPr id="98" name="Google Shape;98;p13"/>
          <p:cNvSpPr/>
          <p:nvPr/>
        </p:nvSpPr>
        <p:spPr>
          <a:xfrm>
            <a:off x="216249" y="269629"/>
            <a:ext cx="20342372" cy="3416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pt-BR" sz="5400" b="1" cap="small" dirty="0">
                <a:solidFill>
                  <a:schemeClr val="lt1"/>
                </a:solidFill>
              </a:rPr>
              <a:t>Vibe </a:t>
            </a:r>
            <a:r>
              <a:rPr lang="pt-BR" sz="5400" b="1" cap="small" dirty="0" err="1">
                <a:solidFill>
                  <a:schemeClr val="lt1"/>
                </a:solidFill>
              </a:rPr>
              <a:t>Coding</a:t>
            </a:r>
            <a:r>
              <a:rPr lang="pt-BR" sz="5400" b="1" cap="small" dirty="0">
                <a:solidFill>
                  <a:schemeClr val="lt1"/>
                </a:solidFill>
              </a:rPr>
              <a:t> e Dívida Técnica: Análise dos Impactos do Desenvolvimento Assistido por IA</a:t>
            </a:r>
            <a:endParaRPr sz="5400" dirty="0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9" name="Google Shape;99;p13"/>
          <p:cNvSpPr/>
          <p:nvPr/>
        </p:nvSpPr>
        <p:spPr>
          <a:xfrm>
            <a:off x="5512098" y="9985570"/>
            <a:ext cx="13979147" cy="119109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91585" y="1674874"/>
            <a:ext cx="6348362" cy="32356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340031" y="39757975"/>
            <a:ext cx="4539785" cy="23138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0230" y="40180883"/>
            <a:ext cx="18750222" cy="12707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1" name="Google Shape;86;p13"/>
          <p:cNvSpPr/>
          <p:nvPr/>
        </p:nvSpPr>
        <p:spPr>
          <a:xfrm>
            <a:off x="1524234" y="29172380"/>
            <a:ext cx="12727794" cy="5532286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pt-BR" sz="4800" dirty="0">
                <a:latin typeface="+mn-lt"/>
                <a:cs typeface="Calibri" panose="020F0502020204030204" pitchFamily="34" charset="0"/>
              </a:rPr>
              <a:t>Pesquisa qualitativa exploratória com triangulação de dados.</a:t>
            </a:r>
          </a:p>
          <a:p>
            <a:r>
              <a:rPr lang="pt-BR" sz="4800" b="1" dirty="0">
                <a:latin typeface="+mn-lt"/>
                <a:cs typeface="Calibri" panose="020F0502020204030204" pitchFamily="34" charset="0"/>
              </a:rPr>
              <a:t>5 entrevistas semiestruturadas</a:t>
            </a:r>
            <a:r>
              <a:rPr lang="pt-BR" sz="4800" dirty="0">
                <a:latin typeface="+mn-lt"/>
                <a:cs typeface="Calibri" panose="020F0502020204030204" pitchFamily="34" charset="0"/>
              </a:rPr>
              <a:t> via Google </a:t>
            </a:r>
            <a:r>
              <a:rPr lang="pt-BR" sz="4800" dirty="0" err="1">
                <a:latin typeface="+mn-lt"/>
                <a:cs typeface="Calibri" panose="020F0502020204030204" pitchFamily="34" charset="0"/>
              </a:rPr>
              <a:t>Forms</a:t>
            </a:r>
            <a:endParaRPr lang="pt-BR" sz="4800" dirty="0">
              <a:latin typeface="+mn-lt"/>
              <a:cs typeface="Calibri" panose="020F0502020204030204" pitchFamily="34" charset="0"/>
            </a:endParaRPr>
          </a:p>
          <a:p>
            <a:r>
              <a:rPr lang="pt-BR" sz="4800" dirty="0" smtClean="0">
                <a:latin typeface="+mn-lt"/>
                <a:cs typeface="Calibri" panose="020F0502020204030204" pitchFamily="34" charset="0"/>
              </a:rPr>
              <a:t>- Análise </a:t>
            </a:r>
            <a:r>
              <a:rPr lang="pt-BR" sz="4800" dirty="0">
                <a:latin typeface="+mn-lt"/>
                <a:cs typeface="Calibri" panose="020F0502020204030204" pitchFamily="34" charset="0"/>
              </a:rPr>
              <a:t>documental de relatórios técnicos</a:t>
            </a:r>
          </a:p>
          <a:p>
            <a:r>
              <a:rPr lang="pt-BR" sz="4800" dirty="0" smtClean="0">
                <a:latin typeface="+mn-lt"/>
                <a:cs typeface="Calibri" panose="020F0502020204030204" pitchFamily="34" charset="0"/>
              </a:rPr>
              <a:t>- Estudo </a:t>
            </a:r>
            <a:r>
              <a:rPr lang="pt-BR" sz="4800" dirty="0">
                <a:latin typeface="+mn-lt"/>
                <a:cs typeface="Calibri" panose="020F0502020204030204" pitchFamily="34" charset="0"/>
              </a:rPr>
              <a:t>de caso de vazamento de dados</a:t>
            </a:r>
          </a:p>
          <a:p>
            <a:r>
              <a:rPr lang="pt-BR" sz="4800" dirty="0" smtClean="0">
                <a:latin typeface="+mn-lt"/>
                <a:cs typeface="Calibri" panose="020F0502020204030204" pitchFamily="34" charset="0"/>
              </a:rPr>
              <a:t>- Análise </a:t>
            </a:r>
            <a:r>
              <a:rPr lang="pt-BR" sz="4800" dirty="0">
                <a:latin typeface="+mn-lt"/>
                <a:cs typeface="Calibri" panose="020F0502020204030204" pitchFamily="34" charset="0"/>
              </a:rPr>
              <a:t>de Conteúdo Temática (</a:t>
            </a:r>
            <a:r>
              <a:rPr lang="pt-BR" sz="4800" dirty="0" err="1">
                <a:latin typeface="+mn-lt"/>
                <a:cs typeface="Calibri" panose="020F0502020204030204" pitchFamily="34" charset="0"/>
              </a:rPr>
              <a:t>Braun</a:t>
            </a:r>
            <a:r>
              <a:rPr lang="pt-BR" sz="4800" dirty="0">
                <a:latin typeface="+mn-lt"/>
                <a:cs typeface="Calibri" panose="020F0502020204030204" pitchFamily="34" charset="0"/>
              </a:rPr>
              <a:t> &amp; Clarke, 2006)</a:t>
            </a:r>
          </a:p>
          <a:p>
            <a:r>
              <a:rPr lang="pt-BR" sz="4800" b="1" dirty="0">
                <a:latin typeface="+mn-lt"/>
                <a:cs typeface="Calibri" panose="020F0502020204030204" pitchFamily="34" charset="0"/>
              </a:rPr>
              <a:t>Amostra:</a:t>
            </a:r>
            <a:r>
              <a:rPr lang="pt-BR" sz="4800" dirty="0">
                <a:latin typeface="+mn-lt"/>
                <a:cs typeface="Calibri" panose="020F0502020204030204" pitchFamily="34" charset="0"/>
              </a:rPr>
              <a:t> Profissionais de desenvolvimento de software</a:t>
            </a:r>
          </a:p>
          <a:p>
            <a:r>
              <a:rPr lang="pt-BR" sz="4800" dirty="0" smtClean="0">
                <a:latin typeface="+mn-lt"/>
                <a:cs typeface="Calibri" panose="020F0502020204030204" pitchFamily="34" charset="0"/>
              </a:rPr>
              <a:t>- 4 </a:t>
            </a:r>
            <a:r>
              <a:rPr lang="pt-BR" sz="4800" dirty="0">
                <a:latin typeface="+mn-lt"/>
                <a:cs typeface="Calibri" panose="020F0502020204030204" pitchFamily="34" charset="0"/>
              </a:rPr>
              <a:t>Desenvolvedores (júnior a sênior)</a:t>
            </a:r>
          </a:p>
          <a:p>
            <a:r>
              <a:rPr lang="pt-BR" sz="4800" dirty="0" smtClean="0">
                <a:latin typeface="+mn-lt"/>
                <a:cs typeface="Calibri" panose="020F0502020204030204" pitchFamily="34" charset="0"/>
              </a:rPr>
              <a:t>- 1 </a:t>
            </a:r>
            <a:r>
              <a:rPr lang="pt-BR" sz="4800" dirty="0">
                <a:latin typeface="+mn-lt"/>
                <a:cs typeface="Calibri" panose="020F0502020204030204" pitchFamily="34" charset="0"/>
              </a:rPr>
              <a:t>Arquiteto de Software</a:t>
            </a:r>
          </a:p>
          <a:p>
            <a:r>
              <a:rPr lang="pt-BR" sz="4800" dirty="0" smtClean="0">
                <a:latin typeface="+mn-lt"/>
                <a:cs typeface="Calibri" panose="020F0502020204030204" pitchFamily="34" charset="0"/>
              </a:rPr>
              <a:t>- Experiência</a:t>
            </a:r>
            <a:r>
              <a:rPr lang="pt-BR" sz="4800" dirty="0">
                <a:latin typeface="+mn-lt"/>
                <a:cs typeface="Calibri" panose="020F0502020204030204" pitchFamily="34" charset="0"/>
              </a:rPr>
              <a:t>: 2 a 15 anos</a:t>
            </a:r>
          </a:p>
          <a:p>
            <a:r>
              <a:rPr lang="pt-BR" sz="4800" dirty="0" smtClean="0">
                <a:latin typeface="+mn-lt"/>
                <a:cs typeface="Calibri" panose="020F0502020204030204" pitchFamily="34" charset="0"/>
              </a:rPr>
              <a:t>- 100</a:t>
            </a:r>
            <a:r>
              <a:rPr lang="pt-BR" sz="4800" dirty="0">
                <a:latin typeface="+mn-lt"/>
                <a:cs typeface="Calibri" panose="020F0502020204030204" pitchFamily="34" charset="0"/>
              </a:rPr>
              <a:t>% utilizam ferramentas de IA</a:t>
            </a:r>
          </a:p>
          <a:p>
            <a:r>
              <a:rPr lang="pt-BR" sz="4800" dirty="0" smtClean="0">
                <a:latin typeface="+mn-lt"/>
                <a:cs typeface="Calibri" panose="020F0502020204030204" pitchFamily="34" charset="0"/>
              </a:rPr>
              <a:t>- 8 </a:t>
            </a:r>
            <a:r>
              <a:rPr lang="pt-BR" sz="4800" dirty="0">
                <a:latin typeface="+mn-lt"/>
                <a:cs typeface="Calibri" panose="020F0502020204030204" pitchFamily="34" charset="0"/>
              </a:rPr>
              <a:t>temas identificados na análise</a:t>
            </a:r>
          </a:p>
        </p:txBody>
      </p:sp>
      <p:sp>
        <p:nvSpPr>
          <p:cNvPr id="33" name="CaixaDeTexto 32"/>
          <p:cNvSpPr txBox="1"/>
          <p:nvPr/>
        </p:nvSpPr>
        <p:spPr>
          <a:xfrm>
            <a:off x="1514121" y="17128204"/>
            <a:ext cx="12727794" cy="923330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pt-BR" sz="5400" b="1" dirty="0">
                <a:solidFill>
                  <a:schemeClr val="tx1"/>
                </a:solidFill>
              </a:rPr>
              <a:t>OBJETIVOS</a:t>
            </a:r>
          </a:p>
        </p:txBody>
      </p:sp>
      <p:sp>
        <p:nvSpPr>
          <p:cNvPr id="34" name="CaixaDeTexto 33"/>
          <p:cNvSpPr txBox="1"/>
          <p:nvPr/>
        </p:nvSpPr>
        <p:spPr>
          <a:xfrm>
            <a:off x="17158372" y="6659865"/>
            <a:ext cx="12727794" cy="923330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pt-BR" sz="5400" b="1" dirty="0">
                <a:solidFill>
                  <a:schemeClr val="tx1"/>
                </a:solidFill>
              </a:rPr>
              <a:t>DISCUSSÃO E RESULTADOS</a:t>
            </a:r>
          </a:p>
        </p:txBody>
      </p:sp>
      <p:sp>
        <p:nvSpPr>
          <p:cNvPr id="35" name="CaixaDeTexto 34"/>
          <p:cNvSpPr txBox="1"/>
          <p:nvPr/>
        </p:nvSpPr>
        <p:spPr>
          <a:xfrm>
            <a:off x="17126841" y="17025735"/>
            <a:ext cx="12727794" cy="923330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pt-BR" sz="5400" b="1" dirty="0">
                <a:solidFill>
                  <a:schemeClr val="tx1"/>
                </a:solidFill>
              </a:rPr>
              <a:t>CONCLUSÃO</a:t>
            </a:r>
          </a:p>
        </p:txBody>
      </p:sp>
      <p:sp>
        <p:nvSpPr>
          <p:cNvPr id="36" name="CaixaDeTexto 35"/>
          <p:cNvSpPr txBox="1"/>
          <p:nvPr/>
        </p:nvSpPr>
        <p:spPr>
          <a:xfrm>
            <a:off x="17126841" y="25376977"/>
            <a:ext cx="12727794" cy="923330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pt-BR" sz="5400" b="1" dirty="0">
                <a:solidFill>
                  <a:schemeClr val="tx1"/>
                </a:solidFill>
              </a:rPr>
              <a:t>REFERÊNCIAS</a:t>
            </a:r>
          </a:p>
        </p:txBody>
      </p:sp>
      <p:sp>
        <p:nvSpPr>
          <p:cNvPr id="37" name="CaixaDeTexto 36"/>
          <p:cNvSpPr txBox="1"/>
          <p:nvPr/>
        </p:nvSpPr>
        <p:spPr>
          <a:xfrm>
            <a:off x="1514121" y="25426908"/>
            <a:ext cx="12727794" cy="923330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pt-BR" sz="5400" b="1" dirty="0">
                <a:solidFill>
                  <a:schemeClr val="tx1"/>
                </a:solidFill>
              </a:rPr>
              <a:t>METODOLOGIA</a:t>
            </a:r>
          </a:p>
        </p:txBody>
      </p:sp>
      <p:sp>
        <p:nvSpPr>
          <p:cNvPr id="39" name="CaixaDeTexto 38"/>
          <p:cNvSpPr txBox="1"/>
          <p:nvPr/>
        </p:nvSpPr>
        <p:spPr>
          <a:xfrm>
            <a:off x="1514121" y="6659865"/>
            <a:ext cx="12727794" cy="923330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pt-BR" sz="5400" b="1" dirty="0">
                <a:solidFill>
                  <a:schemeClr val="tx1"/>
                </a:solidFill>
              </a:rPr>
              <a:t>INTRODUÇÃO</a:t>
            </a:r>
          </a:p>
        </p:txBody>
      </p:sp>
      <p:sp>
        <p:nvSpPr>
          <p:cNvPr id="40" name="Google Shape;95;p13"/>
          <p:cNvSpPr txBox="1"/>
          <p:nvPr/>
        </p:nvSpPr>
        <p:spPr>
          <a:xfrm>
            <a:off x="17126841" y="27361063"/>
            <a:ext cx="13315577" cy="96011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200"/>
            </a:pPr>
            <a:r>
              <a:rPr lang="pt-BR" sz="4000" b="1" u="sng" dirty="0">
                <a:solidFill>
                  <a:srgbClr val="FF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ORIENTAÇÕES</a:t>
            </a:r>
          </a:p>
          <a:p>
            <a:pPr marL="914400" marR="0" lvl="0" indent="-1066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200"/>
              <a:buFont typeface="Noto Sans Symbols"/>
              <a:buChar char="❖"/>
            </a:pPr>
            <a:endParaRPr lang="pt-BR" sz="4000" dirty="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914400" marR="0" lvl="0" indent="-1066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200"/>
              <a:buFont typeface="Noto Sans Symbols"/>
              <a:buChar char="❖"/>
            </a:pPr>
            <a:r>
              <a:rPr lang="pt-BR" sz="4000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Títulos do conteúdo devem ser em fonte ARIAL tamanho </a:t>
            </a:r>
            <a:r>
              <a:rPr lang="pt-BR" sz="4000" dirty="0" err="1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max</a:t>
            </a:r>
            <a:r>
              <a:rPr lang="pt-BR" sz="4000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. 54.</a:t>
            </a:r>
            <a:endParaRPr sz="4000" dirty="0"/>
          </a:p>
          <a:p>
            <a:pPr marL="914400" marR="0" lvl="0" indent="-1066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200"/>
              <a:buFont typeface="Noto Sans Symbols"/>
              <a:buChar char="❖"/>
            </a:pPr>
            <a:r>
              <a:rPr lang="pt-BR" sz="4000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Textos de conteúdo devem ter a fonte ARIAL tamanho min. 21.</a:t>
            </a:r>
            <a:endParaRPr sz="4000" dirty="0"/>
          </a:p>
          <a:p>
            <a:pPr marL="914400" marR="0" lvl="0" indent="-10668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7200"/>
              <a:buFont typeface="Noto Sans Symbols"/>
              <a:buChar char="❖"/>
            </a:pPr>
            <a:r>
              <a:rPr lang="pt-BR" sz="4000" b="1" dirty="0">
                <a:solidFill>
                  <a:srgbClr val="FF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Se o conteúdo for maior esses padrões podem ser alterados “desde que possam ser lidos até 1 METRO de distância”.</a:t>
            </a:r>
          </a:p>
          <a:p>
            <a:pPr lvl="0"/>
            <a:r>
              <a:rPr lang="pt-BR" sz="4000" b="1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No banner deve ter os campos de:</a:t>
            </a:r>
            <a:endParaRPr lang="pt-BR" sz="4000" dirty="0"/>
          </a:p>
          <a:p>
            <a:pPr marL="1143000" lvl="0" indent="-1257300">
              <a:buClr>
                <a:schemeClr val="dk1"/>
              </a:buClr>
              <a:buSzPts val="7200"/>
              <a:buFont typeface="Arial" panose="020B0604020202020204"/>
              <a:buChar char="•"/>
            </a:pPr>
            <a:r>
              <a:rPr lang="pt-BR" sz="4000" b="1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Introdução</a:t>
            </a:r>
            <a:endParaRPr lang="pt-BR" sz="4000" dirty="0"/>
          </a:p>
          <a:p>
            <a:pPr marL="1143000" lvl="0" indent="-1257300">
              <a:buClr>
                <a:schemeClr val="dk1"/>
              </a:buClr>
              <a:buSzPts val="7200"/>
              <a:buFont typeface="Arial" panose="020B0604020202020204"/>
              <a:buChar char="•"/>
            </a:pPr>
            <a:r>
              <a:rPr lang="pt-BR" sz="4000" b="1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Objetivo(s)</a:t>
            </a:r>
            <a:endParaRPr lang="pt-BR" sz="4000" dirty="0"/>
          </a:p>
          <a:p>
            <a:pPr marL="1143000" lvl="0" indent="-1257300">
              <a:buClr>
                <a:schemeClr val="dk1"/>
              </a:buClr>
              <a:buSzPts val="7200"/>
              <a:buFont typeface="Arial" panose="020B0604020202020204"/>
              <a:buChar char="•"/>
            </a:pPr>
            <a:r>
              <a:rPr lang="pt-BR" sz="4000" b="1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Metodologia</a:t>
            </a:r>
            <a:endParaRPr lang="pt-BR" sz="4000" dirty="0"/>
          </a:p>
          <a:p>
            <a:pPr marL="1143000" lvl="0" indent="-1257300">
              <a:buClr>
                <a:schemeClr val="dk1"/>
              </a:buClr>
              <a:buSzPts val="7200"/>
              <a:buFont typeface="Arial" panose="020B0604020202020204"/>
              <a:buChar char="•"/>
            </a:pPr>
            <a:r>
              <a:rPr lang="pt-BR" sz="4000" b="1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Discussão e Resultado(s)</a:t>
            </a:r>
            <a:endParaRPr lang="pt-BR" sz="4000" dirty="0"/>
          </a:p>
          <a:p>
            <a:pPr marL="1143000" lvl="0" indent="-1257300">
              <a:buClr>
                <a:schemeClr val="dk1"/>
              </a:buClr>
              <a:buSzPts val="7200"/>
              <a:buFont typeface="Arial" panose="020B0604020202020204"/>
              <a:buChar char="•"/>
            </a:pPr>
            <a:r>
              <a:rPr lang="pt-BR" sz="4000" b="1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Conclusão ou Considerações</a:t>
            </a:r>
            <a:endParaRPr lang="pt-BR" sz="4000" dirty="0"/>
          </a:p>
          <a:p>
            <a:pPr marL="1143000" lvl="0" indent="-1257300">
              <a:buClr>
                <a:schemeClr val="dk1"/>
              </a:buClr>
              <a:buSzPts val="7200"/>
              <a:buFont typeface="Arial" panose="020B0604020202020204"/>
              <a:buChar char="•"/>
            </a:pPr>
            <a:r>
              <a:rPr lang="pt-BR" sz="4000" b="1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Referências utilizadas no Banner</a:t>
            </a:r>
          </a:p>
          <a:p>
            <a:pPr marL="1143000" lvl="0" indent="-1257300">
              <a:buClr>
                <a:schemeClr val="dk1"/>
              </a:buClr>
              <a:buSzPts val="7200"/>
              <a:buFont typeface="Arial" panose="020B0604020202020204"/>
              <a:buChar char="•"/>
            </a:pPr>
            <a:endParaRPr lang="pt-BR" sz="4000" b="1" dirty="0">
              <a:solidFill>
                <a:schemeClr val="dk1"/>
              </a:solidFill>
              <a:latin typeface="Calibri" panose="020F0502020204030204"/>
              <a:sym typeface="Calibri" panose="020F0502020204030204"/>
            </a:endParaRPr>
          </a:p>
          <a:p>
            <a:pPr marL="1143000" indent="-1257300">
              <a:buClr>
                <a:schemeClr val="dk1"/>
              </a:buClr>
              <a:buSzPts val="7200"/>
              <a:buFont typeface="Arial" panose="020B0604020202020204"/>
              <a:buChar char="•"/>
            </a:pPr>
            <a:r>
              <a:rPr lang="pt-BR" sz="4000" b="1" dirty="0">
                <a:solidFill>
                  <a:srgbClr val="FF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Imprimir no tamanho 90x120cm colorido</a:t>
            </a:r>
          </a:p>
          <a:p>
            <a:pPr marL="1143000" lvl="0" indent="-1257300">
              <a:buClr>
                <a:schemeClr val="dk1"/>
              </a:buClr>
              <a:buSzPts val="7200"/>
              <a:buFont typeface="Arial" panose="020B0604020202020204"/>
              <a:buChar char="•"/>
            </a:pPr>
            <a:endParaRPr lang="pt-BR" sz="4000" dirty="0"/>
          </a:p>
          <a:p>
            <a:pPr marL="914400" marR="0" lvl="0" indent="-10668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7200"/>
              <a:buFont typeface="Noto Sans Symbols"/>
              <a:buChar char="❖"/>
            </a:pPr>
            <a:endParaRPr sz="4000"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000" dirty="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cxnSp>
        <p:nvCxnSpPr>
          <p:cNvPr id="4" name="Conector Reto 3"/>
          <p:cNvCxnSpPr/>
          <p:nvPr/>
        </p:nvCxnSpPr>
        <p:spPr>
          <a:xfrm flipV="1">
            <a:off x="20558621" y="0"/>
            <a:ext cx="3832964" cy="64551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tângulo 4"/>
          <p:cNvSpPr/>
          <p:nvPr/>
        </p:nvSpPr>
        <p:spPr>
          <a:xfrm>
            <a:off x="24391583" y="-71708"/>
            <a:ext cx="8012466" cy="652689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riângulo Retângulo 6"/>
          <p:cNvSpPr/>
          <p:nvPr/>
        </p:nvSpPr>
        <p:spPr>
          <a:xfrm flipH="1">
            <a:off x="20558621" y="-71708"/>
            <a:ext cx="3832962" cy="6526894"/>
          </a:xfrm>
          <a:prstGeom prst="rtTriangl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8" name="Picture 4" descr="Resultado de imagem para PNG UNICESUMAR logo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91434" y="2129509"/>
            <a:ext cx="6563319" cy="32597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276</Words>
  <Application>Microsoft Office PowerPoint</Application>
  <PresentationFormat>Personalizar</PresentationFormat>
  <Paragraphs>44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Noto Sans Symbols</vt:lpstr>
      <vt:lpstr>Tema do Office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Marcello Erick Bonfim</dc:creator>
  <cp:lastModifiedBy>User</cp:lastModifiedBy>
  <cp:revision>12</cp:revision>
  <dcterms:created xsi:type="dcterms:W3CDTF">2025-11-21T21:41:54Z</dcterms:created>
  <dcterms:modified xsi:type="dcterms:W3CDTF">2025-11-21T22:02:00Z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980AAD90B24A48A09FA4F75493D89C57_12</vt:lpwstr>
  </property>
  <property fmtid="{D5CDD505-2E9C-101B-9397-08002B2CF9AE}" pid="3" name="KSOProductBuildVer">
    <vt:lpwstr>1046-12.2.0.23155</vt:lpwstr>
  </property>
</Properties>
</file>